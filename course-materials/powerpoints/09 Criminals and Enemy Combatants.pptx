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3" r:id="rId1"/>
  </p:sldMasterIdLst>
  <p:notesMasterIdLst>
    <p:notesMasterId r:id="rId36"/>
  </p:notesMasterIdLst>
  <p:sldIdLst>
    <p:sldId id="362" r:id="rId2"/>
    <p:sldId id="367" r:id="rId3"/>
    <p:sldId id="369" r:id="rId4"/>
    <p:sldId id="332" r:id="rId5"/>
    <p:sldId id="333" r:id="rId6"/>
    <p:sldId id="334" r:id="rId7"/>
    <p:sldId id="335" r:id="rId8"/>
    <p:sldId id="336" r:id="rId9"/>
    <p:sldId id="360" r:id="rId10"/>
    <p:sldId id="337" r:id="rId11"/>
    <p:sldId id="338" r:id="rId12"/>
    <p:sldId id="364" r:id="rId13"/>
    <p:sldId id="340" r:id="rId14"/>
    <p:sldId id="341" r:id="rId15"/>
    <p:sldId id="342" r:id="rId16"/>
    <p:sldId id="343" r:id="rId17"/>
    <p:sldId id="344" r:id="rId18"/>
    <p:sldId id="345" r:id="rId19"/>
    <p:sldId id="346" r:id="rId20"/>
    <p:sldId id="356" r:id="rId21"/>
    <p:sldId id="359" r:id="rId22"/>
    <p:sldId id="358" r:id="rId23"/>
    <p:sldId id="347" r:id="rId24"/>
    <p:sldId id="348" r:id="rId25"/>
    <p:sldId id="349" r:id="rId26"/>
    <p:sldId id="350" r:id="rId27"/>
    <p:sldId id="351" r:id="rId28"/>
    <p:sldId id="357" r:id="rId29"/>
    <p:sldId id="365" r:id="rId30"/>
    <p:sldId id="352" r:id="rId31"/>
    <p:sldId id="353" r:id="rId32"/>
    <p:sldId id="354" r:id="rId33"/>
    <p:sldId id="368" r:id="rId34"/>
    <p:sldId id="361" r:id="rId3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511"/>
    <p:restoredTop sz="93645"/>
  </p:normalViewPr>
  <p:slideViewPr>
    <p:cSldViewPr snapToObjects="1">
      <p:cViewPr varScale="1">
        <p:scale>
          <a:sx n="63" d="100"/>
          <a:sy n="63" d="100"/>
        </p:scale>
        <p:origin x="168" y="552"/>
      </p:cViewPr>
      <p:guideLst>
        <p:guide orient="horz" pos="2160"/>
        <p:guide pos="2880"/>
      </p:guideLst>
    </p:cSldViewPr>
  </p:slideViewPr>
  <p:notesTextViewPr>
    <p:cViewPr>
      <p:scale>
        <a:sx n="100" d="100"/>
        <a:sy n="100" d="100"/>
      </p:scale>
      <p:origin x="0" y="0"/>
    </p:cViewPr>
  </p:notesTextViewPr>
  <p:sorterViewPr>
    <p:cViewPr varScale="1">
      <p:scale>
        <a:sx n="90" d="100"/>
        <a:sy n="9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D41E597-FCAA-ED47-862B-BB3419A5BD18}" type="datetimeFigureOut">
              <a:rPr lang="en-US" smtClean="0"/>
              <a:t>3/23/26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DEF2B66-0DF1-AE41-BCC8-259C4523174A}" type="slidenum">
              <a:rPr lang="en-US" smtClean="0"/>
              <a:t>‹#›</a:t>
            </a:fld>
            <a:endParaRPr lang="en-US"/>
          </a:p>
        </p:txBody>
      </p:sp>
    </p:spTree>
    <p:extLst>
      <p:ext uri="{BB962C8B-B14F-4D97-AF65-F5344CB8AC3E}">
        <p14:creationId xmlns:p14="http://schemas.microsoft.com/office/powerpoint/2010/main" val="2142057753"/>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EF2B66-0DF1-AE41-BCC8-259C4523174A}" type="slidenum">
              <a:rPr lang="en-US" smtClean="0"/>
              <a:t>5</a:t>
            </a:fld>
            <a:endParaRPr lang="en-US"/>
          </a:p>
        </p:txBody>
      </p:sp>
    </p:spTree>
    <p:extLst>
      <p:ext uri="{BB962C8B-B14F-4D97-AF65-F5344CB8AC3E}">
        <p14:creationId xmlns:p14="http://schemas.microsoft.com/office/powerpoint/2010/main" val="11368172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6B25C0B9-2E41-F544-9011-5DB8B410695C}" type="slidenum">
              <a:rPr lang="en-US"/>
              <a:pPr/>
              <a:t>14</a:t>
            </a:fld>
            <a:endParaRPr lang="en-US"/>
          </a:p>
        </p:txBody>
      </p:sp>
      <p:sp>
        <p:nvSpPr>
          <p:cNvPr id="13314" name="Slide Image Placeholder 1"/>
          <p:cNvSpPr>
            <a:spLocks noGrp="1" noRot="1" noChangeAspect="1" noTextEdit="1"/>
          </p:cNvSpPr>
          <p:nvPr>
            <p:ph type="sldImg"/>
          </p:nvPr>
        </p:nvSpPr>
        <p:spPr>
          <a:ln/>
          <a:extLst>
            <a:ext uri="{FAA26D3D-D897-4be2-8F04-BA451C77F1D7}">
              <ma14:placeholderFlag xmlns="" xmlns:ma14="http://schemas.microsoft.com/office/mac/drawingml/2011/main" val="1"/>
            </a:ext>
          </a:extLst>
        </p:spPr>
      </p:sp>
      <p:sp>
        <p:nvSpPr>
          <p:cNvPr id="13315" name="Notes Placeholder 2"/>
          <p:cNvSpPr>
            <a:spLocks noGrp="1"/>
          </p:cNvSpPr>
          <p:nvPr>
            <p:ph type="body" idx="1"/>
          </p:nvPr>
        </p:nvSpPr>
        <p:spPr/>
        <p:txBody>
          <a:bodyPr/>
          <a:lstStyle/>
          <a:p>
            <a:pPr>
              <a:spcBef>
                <a:spcPct val="0"/>
              </a:spcBef>
            </a:pPr>
            <a:endParaRPr lang="en-US"/>
          </a:p>
        </p:txBody>
      </p:sp>
      <p:sp>
        <p:nvSpPr>
          <p:cNvPr id="13316"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ea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fontAlgn="base">
              <a:spcBef>
                <a:spcPct val="0"/>
              </a:spcBef>
              <a:spcAft>
                <a:spcPct val="0"/>
              </a:spcAft>
              <a:defRPr>
                <a:solidFill>
                  <a:schemeClr val="tx1"/>
                </a:solidFill>
                <a:latin typeface="Arial" charset="0"/>
                <a:ea typeface="ＭＳ Ｐゴシック" charset="0"/>
              </a:defRPr>
            </a:lvl6pPr>
            <a:lvl7pPr marL="2971800" indent="-228600" fontAlgn="base">
              <a:spcBef>
                <a:spcPct val="0"/>
              </a:spcBef>
              <a:spcAft>
                <a:spcPct val="0"/>
              </a:spcAft>
              <a:defRPr>
                <a:solidFill>
                  <a:schemeClr val="tx1"/>
                </a:solidFill>
                <a:latin typeface="Arial" charset="0"/>
                <a:ea typeface="ＭＳ Ｐゴシック" charset="0"/>
              </a:defRPr>
            </a:lvl7pPr>
            <a:lvl8pPr marL="3429000" indent="-228600" fontAlgn="base">
              <a:spcBef>
                <a:spcPct val="0"/>
              </a:spcBef>
              <a:spcAft>
                <a:spcPct val="0"/>
              </a:spcAft>
              <a:defRPr>
                <a:solidFill>
                  <a:schemeClr val="tx1"/>
                </a:solidFill>
                <a:latin typeface="Arial" charset="0"/>
                <a:ea typeface="ＭＳ Ｐゴシック" charset="0"/>
              </a:defRPr>
            </a:lvl8pPr>
            <a:lvl9pPr marL="3886200" indent="-228600" fontAlgn="base">
              <a:spcBef>
                <a:spcPct val="0"/>
              </a:spcBef>
              <a:spcAft>
                <a:spcPct val="0"/>
              </a:spcAft>
              <a:defRPr>
                <a:solidFill>
                  <a:schemeClr val="tx1"/>
                </a:solidFill>
                <a:latin typeface="Arial" charset="0"/>
                <a:ea typeface="ＭＳ Ｐゴシック" charset="0"/>
              </a:defRPr>
            </a:lvl9pPr>
          </a:lstStyle>
          <a:p>
            <a:pPr algn="r"/>
            <a:fld id="{46D671FE-B07A-FD44-8FA2-1BA9FC143552}" type="slidenum">
              <a:rPr lang="en-US" sz="1200"/>
              <a:pPr algn="r"/>
              <a:t>14</a:t>
            </a:fld>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6B25C0B9-2E41-F544-9011-5DB8B410695C}" type="slidenum">
              <a:rPr lang="en-US"/>
              <a:pPr/>
              <a:t>15</a:t>
            </a:fld>
            <a:endParaRPr lang="en-US"/>
          </a:p>
        </p:txBody>
      </p:sp>
      <p:sp>
        <p:nvSpPr>
          <p:cNvPr id="13314" name="Slide Image Placeholder 1"/>
          <p:cNvSpPr>
            <a:spLocks noGrp="1" noRot="1" noChangeAspect="1" noTextEdit="1"/>
          </p:cNvSpPr>
          <p:nvPr>
            <p:ph type="sldImg"/>
          </p:nvPr>
        </p:nvSpPr>
        <p:spPr>
          <a:ln/>
          <a:extLst>
            <a:ext uri="{FAA26D3D-D897-4be2-8F04-BA451C77F1D7}">
              <ma14:placeholderFlag xmlns="" xmlns:ma14="http://schemas.microsoft.com/office/mac/drawingml/2011/main" val="1"/>
            </a:ext>
          </a:extLst>
        </p:spPr>
      </p:sp>
      <p:sp>
        <p:nvSpPr>
          <p:cNvPr id="13315" name="Notes Placeholder 2"/>
          <p:cNvSpPr>
            <a:spLocks noGrp="1"/>
          </p:cNvSpPr>
          <p:nvPr>
            <p:ph type="body" idx="1"/>
          </p:nvPr>
        </p:nvSpPr>
        <p:spPr/>
        <p:txBody>
          <a:bodyPr/>
          <a:lstStyle/>
          <a:p>
            <a:pPr>
              <a:spcBef>
                <a:spcPct val="0"/>
              </a:spcBef>
            </a:pPr>
            <a:endParaRPr lang="en-US"/>
          </a:p>
        </p:txBody>
      </p:sp>
      <p:sp>
        <p:nvSpPr>
          <p:cNvPr id="13316"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ea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fontAlgn="base">
              <a:spcBef>
                <a:spcPct val="0"/>
              </a:spcBef>
              <a:spcAft>
                <a:spcPct val="0"/>
              </a:spcAft>
              <a:defRPr>
                <a:solidFill>
                  <a:schemeClr val="tx1"/>
                </a:solidFill>
                <a:latin typeface="Arial" charset="0"/>
                <a:ea typeface="ＭＳ Ｐゴシック" charset="0"/>
              </a:defRPr>
            </a:lvl6pPr>
            <a:lvl7pPr marL="2971800" indent="-228600" fontAlgn="base">
              <a:spcBef>
                <a:spcPct val="0"/>
              </a:spcBef>
              <a:spcAft>
                <a:spcPct val="0"/>
              </a:spcAft>
              <a:defRPr>
                <a:solidFill>
                  <a:schemeClr val="tx1"/>
                </a:solidFill>
                <a:latin typeface="Arial" charset="0"/>
                <a:ea typeface="ＭＳ Ｐゴシック" charset="0"/>
              </a:defRPr>
            </a:lvl7pPr>
            <a:lvl8pPr marL="3429000" indent="-228600" fontAlgn="base">
              <a:spcBef>
                <a:spcPct val="0"/>
              </a:spcBef>
              <a:spcAft>
                <a:spcPct val="0"/>
              </a:spcAft>
              <a:defRPr>
                <a:solidFill>
                  <a:schemeClr val="tx1"/>
                </a:solidFill>
                <a:latin typeface="Arial" charset="0"/>
                <a:ea typeface="ＭＳ Ｐゴシック" charset="0"/>
              </a:defRPr>
            </a:lvl8pPr>
            <a:lvl9pPr marL="3886200" indent="-228600" fontAlgn="base">
              <a:spcBef>
                <a:spcPct val="0"/>
              </a:spcBef>
              <a:spcAft>
                <a:spcPct val="0"/>
              </a:spcAft>
              <a:defRPr>
                <a:solidFill>
                  <a:schemeClr val="tx1"/>
                </a:solidFill>
                <a:latin typeface="Arial" charset="0"/>
                <a:ea typeface="ＭＳ Ｐゴシック" charset="0"/>
              </a:defRPr>
            </a:lvl9pPr>
          </a:lstStyle>
          <a:p>
            <a:pPr algn="r"/>
            <a:fld id="{46D671FE-B07A-FD44-8FA2-1BA9FC143552}" type="slidenum">
              <a:rPr lang="en-US" sz="1200"/>
              <a:pPr algn="r"/>
              <a:t>15</a:t>
            </a:fld>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6B25C0B9-2E41-F544-9011-5DB8B410695C}" type="slidenum">
              <a:rPr lang="en-US"/>
              <a:pPr/>
              <a:t>16</a:t>
            </a:fld>
            <a:endParaRPr lang="en-US"/>
          </a:p>
        </p:txBody>
      </p:sp>
      <p:sp>
        <p:nvSpPr>
          <p:cNvPr id="13314" name="Slide Image Placeholder 1"/>
          <p:cNvSpPr>
            <a:spLocks noGrp="1" noRot="1" noChangeAspect="1" noTextEdit="1"/>
          </p:cNvSpPr>
          <p:nvPr>
            <p:ph type="sldImg"/>
          </p:nvPr>
        </p:nvSpPr>
        <p:spPr>
          <a:ln/>
          <a:extLst>
            <a:ext uri="{FAA26D3D-D897-4be2-8F04-BA451C77F1D7}">
              <ma14:placeholderFlag xmlns="" xmlns:ma14="http://schemas.microsoft.com/office/mac/drawingml/2011/main" val="1"/>
            </a:ext>
          </a:extLst>
        </p:spPr>
      </p:sp>
      <p:sp>
        <p:nvSpPr>
          <p:cNvPr id="13315" name="Notes Placeholder 2"/>
          <p:cNvSpPr>
            <a:spLocks noGrp="1"/>
          </p:cNvSpPr>
          <p:nvPr>
            <p:ph type="body" idx="1"/>
          </p:nvPr>
        </p:nvSpPr>
        <p:spPr/>
        <p:txBody>
          <a:bodyPr/>
          <a:lstStyle/>
          <a:p>
            <a:pPr>
              <a:spcBef>
                <a:spcPct val="0"/>
              </a:spcBef>
            </a:pPr>
            <a:endParaRPr lang="en-US"/>
          </a:p>
        </p:txBody>
      </p:sp>
      <p:sp>
        <p:nvSpPr>
          <p:cNvPr id="13316"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ea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fontAlgn="base">
              <a:spcBef>
                <a:spcPct val="0"/>
              </a:spcBef>
              <a:spcAft>
                <a:spcPct val="0"/>
              </a:spcAft>
              <a:defRPr>
                <a:solidFill>
                  <a:schemeClr val="tx1"/>
                </a:solidFill>
                <a:latin typeface="Arial" charset="0"/>
                <a:ea typeface="ＭＳ Ｐゴシック" charset="0"/>
              </a:defRPr>
            </a:lvl6pPr>
            <a:lvl7pPr marL="2971800" indent="-228600" fontAlgn="base">
              <a:spcBef>
                <a:spcPct val="0"/>
              </a:spcBef>
              <a:spcAft>
                <a:spcPct val="0"/>
              </a:spcAft>
              <a:defRPr>
                <a:solidFill>
                  <a:schemeClr val="tx1"/>
                </a:solidFill>
                <a:latin typeface="Arial" charset="0"/>
                <a:ea typeface="ＭＳ Ｐゴシック" charset="0"/>
              </a:defRPr>
            </a:lvl7pPr>
            <a:lvl8pPr marL="3429000" indent="-228600" fontAlgn="base">
              <a:spcBef>
                <a:spcPct val="0"/>
              </a:spcBef>
              <a:spcAft>
                <a:spcPct val="0"/>
              </a:spcAft>
              <a:defRPr>
                <a:solidFill>
                  <a:schemeClr val="tx1"/>
                </a:solidFill>
                <a:latin typeface="Arial" charset="0"/>
                <a:ea typeface="ＭＳ Ｐゴシック" charset="0"/>
              </a:defRPr>
            </a:lvl8pPr>
            <a:lvl9pPr marL="3886200" indent="-228600" fontAlgn="base">
              <a:spcBef>
                <a:spcPct val="0"/>
              </a:spcBef>
              <a:spcAft>
                <a:spcPct val="0"/>
              </a:spcAft>
              <a:defRPr>
                <a:solidFill>
                  <a:schemeClr val="tx1"/>
                </a:solidFill>
                <a:latin typeface="Arial" charset="0"/>
                <a:ea typeface="ＭＳ Ｐゴシック" charset="0"/>
              </a:defRPr>
            </a:lvl9pPr>
          </a:lstStyle>
          <a:p>
            <a:pPr algn="r"/>
            <a:fld id="{46D671FE-B07A-FD44-8FA2-1BA9FC143552}" type="slidenum">
              <a:rPr lang="en-US" sz="1200"/>
              <a:pPr algn="r"/>
              <a:t>16</a:t>
            </a:fld>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6B25C0B9-2E41-F544-9011-5DB8B410695C}" type="slidenum">
              <a:rPr lang="en-US"/>
              <a:pPr/>
              <a:t>17</a:t>
            </a:fld>
            <a:endParaRPr lang="en-US"/>
          </a:p>
        </p:txBody>
      </p:sp>
      <p:sp>
        <p:nvSpPr>
          <p:cNvPr id="13314" name="Slide Image Placeholder 1"/>
          <p:cNvSpPr>
            <a:spLocks noGrp="1" noRot="1" noChangeAspect="1" noTextEdit="1"/>
          </p:cNvSpPr>
          <p:nvPr>
            <p:ph type="sldImg"/>
          </p:nvPr>
        </p:nvSpPr>
        <p:spPr>
          <a:ln/>
          <a:extLst>
            <a:ext uri="{FAA26D3D-D897-4be2-8F04-BA451C77F1D7}">
              <ma14:placeholderFlag xmlns="" xmlns:ma14="http://schemas.microsoft.com/office/mac/drawingml/2011/main" val="1"/>
            </a:ext>
          </a:extLst>
        </p:spPr>
      </p:sp>
      <p:sp>
        <p:nvSpPr>
          <p:cNvPr id="13315" name="Notes Placeholder 2"/>
          <p:cNvSpPr>
            <a:spLocks noGrp="1"/>
          </p:cNvSpPr>
          <p:nvPr>
            <p:ph type="body" idx="1"/>
          </p:nvPr>
        </p:nvSpPr>
        <p:spPr/>
        <p:txBody>
          <a:bodyPr/>
          <a:lstStyle/>
          <a:p>
            <a:pPr>
              <a:spcBef>
                <a:spcPct val="0"/>
              </a:spcBef>
            </a:pPr>
            <a:endParaRPr lang="en-US"/>
          </a:p>
        </p:txBody>
      </p:sp>
      <p:sp>
        <p:nvSpPr>
          <p:cNvPr id="13316"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ea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fontAlgn="base">
              <a:spcBef>
                <a:spcPct val="0"/>
              </a:spcBef>
              <a:spcAft>
                <a:spcPct val="0"/>
              </a:spcAft>
              <a:defRPr>
                <a:solidFill>
                  <a:schemeClr val="tx1"/>
                </a:solidFill>
                <a:latin typeface="Arial" charset="0"/>
                <a:ea typeface="ＭＳ Ｐゴシック" charset="0"/>
              </a:defRPr>
            </a:lvl6pPr>
            <a:lvl7pPr marL="2971800" indent="-228600" fontAlgn="base">
              <a:spcBef>
                <a:spcPct val="0"/>
              </a:spcBef>
              <a:spcAft>
                <a:spcPct val="0"/>
              </a:spcAft>
              <a:defRPr>
                <a:solidFill>
                  <a:schemeClr val="tx1"/>
                </a:solidFill>
                <a:latin typeface="Arial" charset="0"/>
                <a:ea typeface="ＭＳ Ｐゴシック" charset="0"/>
              </a:defRPr>
            </a:lvl7pPr>
            <a:lvl8pPr marL="3429000" indent="-228600" fontAlgn="base">
              <a:spcBef>
                <a:spcPct val="0"/>
              </a:spcBef>
              <a:spcAft>
                <a:spcPct val="0"/>
              </a:spcAft>
              <a:defRPr>
                <a:solidFill>
                  <a:schemeClr val="tx1"/>
                </a:solidFill>
                <a:latin typeface="Arial" charset="0"/>
                <a:ea typeface="ＭＳ Ｐゴシック" charset="0"/>
              </a:defRPr>
            </a:lvl8pPr>
            <a:lvl9pPr marL="3886200" indent="-228600" fontAlgn="base">
              <a:spcBef>
                <a:spcPct val="0"/>
              </a:spcBef>
              <a:spcAft>
                <a:spcPct val="0"/>
              </a:spcAft>
              <a:defRPr>
                <a:solidFill>
                  <a:schemeClr val="tx1"/>
                </a:solidFill>
                <a:latin typeface="Arial" charset="0"/>
                <a:ea typeface="ＭＳ Ｐゴシック" charset="0"/>
              </a:defRPr>
            </a:lvl9pPr>
          </a:lstStyle>
          <a:p>
            <a:pPr algn="r"/>
            <a:fld id="{46D671FE-B07A-FD44-8FA2-1BA9FC143552}" type="slidenum">
              <a:rPr lang="en-US" sz="1200"/>
              <a:pPr algn="r"/>
              <a:t>17</a:t>
            </a:fld>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6B25C0B9-2E41-F544-9011-5DB8B410695C}" type="slidenum">
              <a:rPr lang="en-US"/>
              <a:pPr/>
              <a:t>18</a:t>
            </a:fld>
            <a:endParaRPr lang="en-US"/>
          </a:p>
        </p:txBody>
      </p:sp>
      <p:sp>
        <p:nvSpPr>
          <p:cNvPr id="13314" name="Slide Image Placeholder 1"/>
          <p:cNvSpPr>
            <a:spLocks noGrp="1" noRot="1" noChangeAspect="1" noTextEdit="1"/>
          </p:cNvSpPr>
          <p:nvPr>
            <p:ph type="sldImg"/>
          </p:nvPr>
        </p:nvSpPr>
        <p:spPr>
          <a:ln/>
          <a:extLst>
            <a:ext uri="{FAA26D3D-D897-4be2-8F04-BA451C77F1D7}">
              <ma14:placeholderFlag xmlns="" xmlns:ma14="http://schemas.microsoft.com/office/mac/drawingml/2011/main" val="1"/>
            </a:ext>
          </a:extLst>
        </p:spPr>
      </p:sp>
      <p:sp>
        <p:nvSpPr>
          <p:cNvPr id="13315" name="Notes Placeholder 2"/>
          <p:cNvSpPr>
            <a:spLocks noGrp="1"/>
          </p:cNvSpPr>
          <p:nvPr>
            <p:ph type="body" idx="1"/>
          </p:nvPr>
        </p:nvSpPr>
        <p:spPr/>
        <p:txBody>
          <a:bodyPr/>
          <a:lstStyle/>
          <a:p>
            <a:pPr>
              <a:spcBef>
                <a:spcPct val="0"/>
              </a:spcBef>
            </a:pPr>
            <a:endParaRPr lang="en-US"/>
          </a:p>
        </p:txBody>
      </p:sp>
      <p:sp>
        <p:nvSpPr>
          <p:cNvPr id="13316"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ea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fontAlgn="base">
              <a:spcBef>
                <a:spcPct val="0"/>
              </a:spcBef>
              <a:spcAft>
                <a:spcPct val="0"/>
              </a:spcAft>
              <a:defRPr>
                <a:solidFill>
                  <a:schemeClr val="tx1"/>
                </a:solidFill>
                <a:latin typeface="Arial" charset="0"/>
                <a:ea typeface="ＭＳ Ｐゴシック" charset="0"/>
              </a:defRPr>
            </a:lvl6pPr>
            <a:lvl7pPr marL="2971800" indent="-228600" fontAlgn="base">
              <a:spcBef>
                <a:spcPct val="0"/>
              </a:spcBef>
              <a:spcAft>
                <a:spcPct val="0"/>
              </a:spcAft>
              <a:defRPr>
                <a:solidFill>
                  <a:schemeClr val="tx1"/>
                </a:solidFill>
                <a:latin typeface="Arial" charset="0"/>
                <a:ea typeface="ＭＳ Ｐゴシック" charset="0"/>
              </a:defRPr>
            </a:lvl7pPr>
            <a:lvl8pPr marL="3429000" indent="-228600" fontAlgn="base">
              <a:spcBef>
                <a:spcPct val="0"/>
              </a:spcBef>
              <a:spcAft>
                <a:spcPct val="0"/>
              </a:spcAft>
              <a:defRPr>
                <a:solidFill>
                  <a:schemeClr val="tx1"/>
                </a:solidFill>
                <a:latin typeface="Arial" charset="0"/>
                <a:ea typeface="ＭＳ Ｐゴシック" charset="0"/>
              </a:defRPr>
            </a:lvl8pPr>
            <a:lvl9pPr marL="3886200" indent="-228600" fontAlgn="base">
              <a:spcBef>
                <a:spcPct val="0"/>
              </a:spcBef>
              <a:spcAft>
                <a:spcPct val="0"/>
              </a:spcAft>
              <a:defRPr>
                <a:solidFill>
                  <a:schemeClr val="tx1"/>
                </a:solidFill>
                <a:latin typeface="Arial" charset="0"/>
                <a:ea typeface="ＭＳ Ｐゴシック" charset="0"/>
              </a:defRPr>
            </a:lvl9pPr>
          </a:lstStyle>
          <a:p>
            <a:pPr algn="r"/>
            <a:fld id="{46D671FE-B07A-FD44-8FA2-1BA9FC143552}" type="slidenum">
              <a:rPr lang="en-US" sz="1200"/>
              <a:pPr algn="r"/>
              <a:t>18</a:t>
            </a:fld>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6B25C0B9-2E41-F544-9011-5DB8B410695C}" type="slidenum">
              <a:rPr lang="en-US"/>
              <a:pPr/>
              <a:t>19</a:t>
            </a:fld>
            <a:endParaRPr lang="en-US"/>
          </a:p>
        </p:txBody>
      </p:sp>
      <p:sp>
        <p:nvSpPr>
          <p:cNvPr id="13314" name="Slide Image Placeholder 1"/>
          <p:cNvSpPr>
            <a:spLocks noGrp="1" noRot="1" noChangeAspect="1" noTextEdit="1"/>
          </p:cNvSpPr>
          <p:nvPr>
            <p:ph type="sldImg"/>
          </p:nvPr>
        </p:nvSpPr>
        <p:spPr>
          <a:ln/>
          <a:extLst>
            <a:ext uri="{FAA26D3D-D897-4be2-8F04-BA451C77F1D7}">
              <ma14:placeholderFlag xmlns="" xmlns:ma14="http://schemas.microsoft.com/office/mac/drawingml/2011/main" val="1"/>
            </a:ext>
          </a:extLst>
        </p:spPr>
      </p:sp>
      <p:sp>
        <p:nvSpPr>
          <p:cNvPr id="13315" name="Notes Placeholder 2"/>
          <p:cNvSpPr>
            <a:spLocks noGrp="1"/>
          </p:cNvSpPr>
          <p:nvPr>
            <p:ph type="body" idx="1"/>
          </p:nvPr>
        </p:nvSpPr>
        <p:spPr/>
        <p:txBody>
          <a:bodyPr/>
          <a:lstStyle/>
          <a:p>
            <a:pPr>
              <a:spcBef>
                <a:spcPct val="0"/>
              </a:spcBef>
            </a:pPr>
            <a:endParaRPr lang="en-US"/>
          </a:p>
        </p:txBody>
      </p:sp>
      <p:sp>
        <p:nvSpPr>
          <p:cNvPr id="13316"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ea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fontAlgn="base">
              <a:spcBef>
                <a:spcPct val="0"/>
              </a:spcBef>
              <a:spcAft>
                <a:spcPct val="0"/>
              </a:spcAft>
              <a:defRPr>
                <a:solidFill>
                  <a:schemeClr val="tx1"/>
                </a:solidFill>
                <a:latin typeface="Arial" charset="0"/>
                <a:ea typeface="ＭＳ Ｐゴシック" charset="0"/>
              </a:defRPr>
            </a:lvl6pPr>
            <a:lvl7pPr marL="2971800" indent="-228600" fontAlgn="base">
              <a:spcBef>
                <a:spcPct val="0"/>
              </a:spcBef>
              <a:spcAft>
                <a:spcPct val="0"/>
              </a:spcAft>
              <a:defRPr>
                <a:solidFill>
                  <a:schemeClr val="tx1"/>
                </a:solidFill>
                <a:latin typeface="Arial" charset="0"/>
                <a:ea typeface="ＭＳ Ｐゴシック" charset="0"/>
              </a:defRPr>
            </a:lvl7pPr>
            <a:lvl8pPr marL="3429000" indent="-228600" fontAlgn="base">
              <a:spcBef>
                <a:spcPct val="0"/>
              </a:spcBef>
              <a:spcAft>
                <a:spcPct val="0"/>
              </a:spcAft>
              <a:defRPr>
                <a:solidFill>
                  <a:schemeClr val="tx1"/>
                </a:solidFill>
                <a:latin typeface="Arial" charset="0"/>
                <a:ea typeface="ＭＳ Ｐゴシック" charset="0"/>
              </a:defRPr>
            </a:lvl8pPr>
            <a:lvl9pPr marL="3886200" indent="-228600" fontAlgn="base">
              <a:spcBef>
                <a:spcPct val="0"/>
              </a:spcBef>
              <a:spcAft>
                <a:spcPct val="0"/>
              </a:spcAft>
              <a:defRPr>
                <a:solidFill>
                  <a:schemeClr val="tx1"/>
                </a:solidFill>
                <a:latin typeface="Arial" charset="0"/>
                <a:ea typeface="ＭＳ Ｐゴシック" charset="0"/>
              </a:defRPr>
            </a:lvl9pPr>
          </a:lstStyle>
          <a:p>
            <a:pPr algn="r"/>
            <a:fld id="{46D671FE-B07A-FD44-8FA2-1BA9FC143552}" type="slidenum">
              <a:rPr lang="en-US" sz="1200"/>
              <a:pPr algn="r"/>
              <a:t>19</a:t>
            </a:fld>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6B25C0B9-2E41-F544-9011-5DB8B410695C}" type="slidenum">
              <a:rPr lang="en-US"/>
              <a:pPr/>
              <a:t>23</a:t>
            </a:fld>
            <a:endParaRPr lang="en-US"/>
          </a:p>
        </p:txBody>
      </p:sp>
      <p:sp>
        <p:nvSpPr>
          <p:cNvPr id="13314" name="Slide Image Placeholder 1"/>
          <p:cNvSpPr>
            <a:spLocks noGrp="1" noRot="1" noChangeAspect="1" noTextEdit="1"/>
          </p:cNvSpPr>
          <p:nvPr>
            <p:ph type="sldImg"/>
          </p:nvPr>
        </p:nvSpPr>
        <p:spPr>
          <a:ln/>
          <a:extLst>
            <a:ext uri="{FAA26D3D-D897-4be2-8F04-BA451C77F1D7}">
              <ma14:placeholderFlag xmlns="" xmlns:ma14="http://schemas.microsoft.com/office/mac/drawingml/2011/main" val="1"/>
            </a:ext>
          </a:extLst>
        </p:spPr>
      </p:sp>
      <p:sp>
        <p:nvSpPr>
          <p:cNvPr id="13315" name="Notes Placeholder 2"/>
          <p:cNvSpPr>
            <a:spLocks noGrp="1"/>
          </p:cNvSpPr>
          <p:nvPr>
            <p:ph type="body" idx="1"/>
          </p:nvPr>
        </p:nvSpPr>
        <p:spPr/>
        <p:txBody>
          <a:bodyPr/>
          <a:lstStyle/>
          <a:p>
            <a:pPr>
              <a:spcBef>
                <a:spcPct val="0"/>
              </a:spcBef>
            </a:pPr>
            <a:endParaRPr lang="en-US"/>
          </a:p>
        </p:txBody>
      </p:sp>
      <p:sp>
        <p:nvSpPr>
          <p:cNvPr id="13316"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ea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fontAlgn="base">
              <a:spcBef>
                <a:spcPct val="0"/>
              </a:spcBef>
              <a:spcAft>
                <a:spcPct val="0"/>
              </a:spcAft>
              <a:defRPr>
                <a:solidFill>
                  <a:schemeClr val="tx1"/>
                </a:solidFill>
                <a:latin typeface="Arial" charset="0"/>
                <a:ea typeface="ＭＳ Ｐゴシック" charset="0"/>
              </a:defRPr>
            </a:lvl6pPr>
            <a:lvl7pPr marL="2971800" indent="-228600" fontAlgn="base">
              <a:spcBef>
                <a:spcPct val="0"/>
              </a:spcBef>
              <a:spcAft>
                <a:spcPct val="0"/>
              </a:spcAft>
              <a:defRPr>
                <a:solidFill>
                  <a:schemeClr val="tx1"/>
                </a:solidFill>
                <a:latin typeface="Arial" charset="0"/>
                <a:ea typeface="ＭＳ Ｐゴシック" charset="0"/>
              </a:defRPr>
            </a:lvl7pPr>
            <a:lvl8pPr marL="3429000" indent="-228600" fontAlgn="base">
              <a:spcBef>
                <a:spcPct val="0"/>
              </a:spcBef>
              <a:spcAft>
                <a:spcPct val="0"/>
              </a:spcAft>
              <a:defRPr>
                <a:solidFill>
                  <a:schemeClr val="tx1"/>
                </a:solidFill>
                <a:latin typeface="Arial" charset="0"/>
                <a:ea typeface="ＭＳ Ｐゴシック" charset="0"/>
              </a:defRPr>
            </a:lvl8pPr>
            <a:lvl9pPr marL="3886200" indent="-228600" fontAlgn="base">
              <a:spcBef>
                <a:spcPct val="0"/>
              </a:spcBef>
              <a:spcAft>
                <a:spcPct val="0"/>
              </a:spcAft>
              <a:defRPr>
                <a:solidFill>
                  <a:schemeClr val="tx1"/>
                </a:solidFill>
                <a:latin typeface="Arial" charset="0"/>
                <a:ea typeface="ＭＳ Ｐゴシック" charset="0"/>
              </a:defRPr>
            </a:lvl9pPr>
          </a:lstStyle>
          <a:p>
            <a:pPr algn="r"/>
            <a:fld id="{46D671FE-B07A-FD44-8FA2-1BA9FC143552}" type="slidenum">
              <a:rPr lang="en-US" sz="1200"/>
              <a:pPr algn="r"/>
              <a:t>23</a:t>
            </a:fld>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6B25C0B9-2E41-F544-9011-5DB8B410695C}" type="slidenum">
              <a:rPr lang="en-US"/>
              <a:pPr/>
              <a:t>24</a:t>
            </a:fld>
            <a:endParaRPr lang="en-US"/>
          </a:p>
        </p:txBody>
      </p:sp>
      <p:sp>
        <p:nvSpPr>
          <p:cNvPr id="13314" name="Slide Image Placeholder 1"/>
          <p:cNvSpPr>
            <a:spLocks noGrp="1" noRot="1" noChangeAspect="1" noTextEdit="1"/>
          </p:cNvSpPr>
          <p:nvPr>
            <p:ph type="sldImg"/>
          </p:nvPr>
        </p:nvSpPr>
        <p:spPr>
          <a:ln/>
          <a:extLst>
            <a:ext uri="{FAA26D3D-D897-4be2-8F04-BA451C77F1D7}">
              <ma14:placeholderFlag xmlns="" xmlns:ma14="http://schemas.microsoft.com/office/mac/drawingml/2011/main" val="1"/>
            </a:ext>
          </a:extLst>
        </p:spPr>
      </p:sp>
      <p:sp>
        <p:nvSpPr>
          <p:cNvPr id="13315" name="Notes Placeholder 2"/>
          <p:cNvSpPr>
            <a:spLocks noGrp="1"/>
          </p:cNvSpPr>
          <p:nvPr>
            <p:ph type="body" idx="1"/>
          </p:nvPr>
        </p:nvSpPr>
        <p:spPr/>
        <p:txBody>
          <a:bodyPr/>
          <a:lstStyle/>
          <a:p>
            <a:pPr>
              <a:spcBef>
                <a:spcPct val="0"/>
              </a:spcBef>
            </a:pPr>
            <a:endParaRPr lang="en-US"/>
          </a:p>
        </p:txBody>
      </p:sp>
      <p:sp>
        <p:nvSpPr>
          <p:cNvPr id="13316"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ea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fontAlgn="base">
              <a:spcBef>
                <a:spcPct val="0"/>
              </a:spcBef>
              <a:spcAft>
                <a:spcPct val="0"/>
              </a:spcAft>
              <a:defRPr>
                <a:solidFill>
                  <a:schemeClr val="tx1"/>
                </a:solidFill>
                <a:latin typeface="Arial" charset="0"/>
                <a:ea typeface="ＭＳ Ｐゴシック" charset="0"/>
              </a:defRPr>
            </a:lvl6pPr>
            <a:lvl7pPr marL="2971800" indent="-228600" fontAlgn="base">
              <a:spcBef>
                <a:spcPct val="0"/>
              </a:spcBef>
              <a:spcAft>
                <a:spcPct val="0"/>
              </a:spcAft>
              <a:defRPr>
                <a:solidFill>
                  <a:schemeClr val="tx1"/>
                </a:solidFill>
                <a:latin typeface="Arial" charset="0"/>
                <a:ea typeface="ＭＳ Ｐゴシック" charset="0"/>
              </a:defRPr>
            </a:lvl7pPr>
            <a:lvl8pPr marL="3429000" indent="-228600" fontAlgn="base">
              <a:spcBef>
                <a:spcPct val="0"/>
              </a:spcBef>
              <a:spcAft>
                <a:spcPct val="0"/>
              </a:spcAft>
              <a:defRPr>
                <a:solidFill>
                  <a:schemeClr val="tx1"/>
                </a:solidFill>
                <a:latin typeface="Arial" charset="0"/>
                <a:ea typeface="ＭＳ Ｐゴシック" charset="0"/>
              </a:defRPr>
            </a:lvl8pPr>
            <a:lvl9pPr marL="3886200" indent="-228600" fontAlgn="base">
              <a:spcBef>
                <a:spcPct val="0"/>
              </a:spcBef>
              <a:spcAft>
                <a:spcPct val="0"/>
              </a:spcAft>
              <a:defRPr>
                <a:solidFill>
                  <a:schemeClr val="tx1"/>
                </a:solidFill>
                <a:latin typeface="Arial" charset="0"/>
                <a:ea typeface="ＭＳ Ｐゴシック" charset="0"/>
              </a:defRPr>
            </a:lvl9pPr>
          </a:lstStyle>
          <a:p>
            <a:pPr algn="r"/>
            <a:fld id="{46D671FE-B07A-FD44-8FA2-1BA9FC143552}" type="slidenum">
              <a:rPr lang="en-US" sz="1200"/>
              <a:pPr algn="r"/>
              <a:t>24</a:t>
            </a:fld>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6B25C0B9-2E41-F544-9011-5DB8B410695C}" type="slidenum">
              <a:rPr lang="en-US"/>
              <a:pPr/>
              <a:t>25</a:t>
            </a:fld>
            <a:endParaRPr lang="en-US"/>
          </a:p>
        </p:txBody>
      </p:sp>
      <p:sp>
        <p:nvSpPr>
          <p:cNvPr id="13314" name="Slide Image Placeholder 1"/>
          <p:cNvSpPr>
            <a:spLocks noGrp="1" noRot="1" noChangeAspect="1" noTextEdit="1"/>
          </p:cNvSpPr>
          <p:nvPr>
            <p:ph type="sldImg"/>
          </p:nvPr>
        </p:nvSpPr>
        <p:spPr>
          <a:ln/>
          <a:extLst>
            <a:ext uri="{FAA26D3D-D897-4be2-8F04-BA451C77F1D7}">
              <ma14:placeholderFlag xmlns="" xmlns:ma14="http://schemas.microsoft.com/office/mac/drawingml/2011/main" val="1"/>
            </a:ext>
          </a:extLst>
        </p:spPr>
      </p:sp>
      <p:sp>
        <p:nvSpPr>
          <p:cNvPr id="13315" name="Notes Placeholder 2"/>
          <p:cNvSpPr>
            <a:spLocks noGrp="1"/>
          </p:cNvSpPr>
          <p:nvPr>
            <p:ph type="body" idx="1"/>
          </p:nvPr>
        </p:nvSpPr>
        <p:spPr/>
        <p:txBody>
          <a:bodyPr/>
          <a:lstStyle/>
          <a:p>
            <a:pPr>
              <a:spcBef>
                <a:spcPct val="0"/>
              </a:spcBef>
            </a:pPr>
            <a:endParaRPr lang="en-US"/>
          </a:p>
        </p:txBody>
      </p:sp>
      <p:sp>
        <p:nvSpPr>
          <p:cNvPr id="13316"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ea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fontAlgn="base">
              <a:spcBef>
                <a:spcPct val="0"/>
              </a:spcBef>
              <a:spcAft>
                <a:spcPct val="0"/>
              </a:spcAft>
              <a:defRPr>
                <a:solidFill>
                  <a:schemeClr val="tx1"/>
                </a:solidFill>
                <a:latin typeface="Arial" charset="0"/>
                <a:ea typeface="ＭＳ Ｐゴシック" charset="0"/>
              </a:defRPr>
            </a:lvl6pPr>
            <a:lvl7pPr marL="2971800" indent="-228600" fontAlgn="base">
              <a:spcBef>
                <a:spcPct val="0"/>
              </a:spcBef>
              <a:spcAft>
                <a:spcPct val="0"/>
              </a:spcAft>
              <a:defRPr>
                <a:solidFill>
                  <a:schemeClr val="tx1"/>
                </a:solidFill>
                <a:latin typeface="Arial" charset="0"/>
                <a:ea typeface="ＭＳ Ｐゴシック" charset="0"/>
              </a:defRPr>
            </a:lvl7pPr>
            <a:lvl8pPr marL="3429000" indent="-228600" fontAlgn="base">
              <a:spcBef>
                <a:spcPct val="0"/>
              </a:spcBef>
              <a:spcAft>
                <a:spcPct val="0"/>
              </a:spcAft>
              <a:defRPr>
                <a:solidFill>
                  <a:schemeClr val="tx1"/>
                </a:solidFill>
                <a:latin typeface="Arial" charset="0"/>
                <a:ea typeface="ＭＳ Ｐゴシック" charset="0"/>
              </a:defRPr>
            </a:lvl8pPr>
            <a:lvl9pPr marL="3886200" indent="-228600" fontAlgn="base">
              <a:spcBef>
                <a:spcPct val="0"/>
              </a:spcBef>
              <a:spcAft>
                <a:spcPct val="0"/>
              </a:spcAft>
              <a:defRPr>
                <a:solidFill>
                  <a:schemeClr val="tx1"/>
                </a:solidFill>
                <a:latin typeface="Arial" charset="0"/>
                <a:ea typeface="ＭＳ Ｐゴシック" charset="0"/>
              </a:defRPr>
            </a:lvl9pPr>
          </a:lstStyle>
          <a:p>
            <a:pPr algn="r"/>
            <a:fld id="{46D671FE-B07A-FD44-8FA2-1BA9FC143552}" type="slidenum">
              <a:rPr lang="en-US" sz="1200"/>
              <a:pPr algn="r"/>
              <a:t>25</a:t>
            </a:fld>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6B25C0B9-2E41-F544-9011-5DB8B410695C}" type="slidenum">
              <a:rPr lang="en-US"/>
              <a:pPr/>
              <a:t>26</a:t>
            </a:fld>
            <a:endParaRPr lang="en-US"/>
          </a:p>
        </p:txBody>
      </p:sp>
      <p:sp>
        <p:nvSpPr>
          <p:cNvPr id="13314" name="Slide Image Placeholder 1"/>
          <p:cNvSpPr>
            <a:spLocks noGrp="1" noRot="1" noChangeAspect="1" noTextEdit="1"/>
          </p:cNvSpPr>
          <p:nvPr>
            <p:ph type="sldImg"/>
          </p:nvPr>
        </p:nvSpPr>
        <p:spPr>
          <a:ln/>
          <a:extLst>
            <a:ext uri="{FAA26D3D-D897-4be2-8F04-BA451C77F1D7}">
              <ma14:placeholderFlag xmlns="" xmlns:ma14="http://schemas.microsoft.com/office/mac/drawingml/2011/main" val="1"/>
            </a:ext>
          </a:extLst>
        </p:spPr>
      </p:sp>
      <p:sp>
        <p:nvSpPr>
          <p:cNvPr id="13315" name="Notes Placeholder 2"/>
          <p:cNvSpPr>
            <a:spLocks noGrp="1"/>
          </p:cNvSpPr>
          <p:nvPr>
            <p:ph type="body" idx="1"/>
          </p:nvPr>
        </p:nvSpPr>
        <p:spPr/>
        <p:txBody>
          <a:bodyPr/>
          <a:lstStyle/>
          <a:p>
            <a:pPr>
              <a:spcBef>
                <a:spcPct val="0"/>
              </a:spcBef>
            </a:pPr>
            <a:endParaRPr lang="en-US"/>
          </a:p>
        </p:txBody>
      </p:sp>
      <p:sp>
        <p:nvSpPr>
          <p:cNvPr id="13316"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ea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fontAlgn="base">
              <a:spcBef>
                <a:spcPct val="0"/>
              </a:spcBef>
              <a:spcAft>
                <a:spcPct val="0"/>
              </a:spcAft>
              <a:defRPr>
                <a:solidFill>
                  <a:schemeClr val="tx1"/>
                </a:solidFill>
                <a:latin typeface="Arial" charset="0"/>
                <a:ea typeface="ＭＳ Ｐゴシック" charset="0"/>
              </a:defRPr>
            </a:lvl6pPr>
            <a:lvl7pPr marL="2971800" indent="-228600" fontAlgn="base">
              <a:spcBef>
                <a:spcPct val="0"/>
              </a:spcBef>
              <a:spcAft>
                <a:spcPct val="0"/>
              </a:spcAft>
              <a:defRPr>
                <a:solidFill>
                  <a:schemeClr val="tx1"/>
                </a:solidFill>
                <a:latin typeface="Arial" charset="0"/>
                <a:ea typeface="ＭＳ Ｐゴシック" charset="0"/>
              </a:defRPr>
            </a:lvl7pPr>
            <a:lvl8pPr marL="3429000" indent="-228600" fontAlgn="base">
              <a:spcBef>
                <a:spcPct val="0"/>
              </a:spcBef>
              <a:spcAft>
                <a:spcPct val="0"/>
              </a:spcAft>
              <a:defRPr>
                <a:solidFill>
                  <a:schemeClr val="tx1"/>
                </a:solidFill>
                <a:latin typeface="Arial" charset="0"/>
                <a:ea typeface="ＭＳ Ｐゴシック" charset="0"/>
              </a:defRPr>
            </a:lvl8pPr>
            <a:lvl9pPr marL="3886200" indent="-228600" fontAlgn="base">
              <a:spcBef>
                <a:spcPct val="0"/>
              </a:spcBef>
              <a:spcAft>
                <a:spcPct val="0"/>
              </a:spcAft>
              <a:defRPr>
                <a:solidFill>
                  <a:schemeClr val="tx1"/>
                </a:solidFill>
                <a:latin typeface="Arial" charset="0"/>
                <a:ea typeface="ＭＳ Ｐゴシック" charset="0"/>
              </a:defRPr>
            </a:lvl9pPr>
          </a:lstStyle>
          <a:p>
            <a:pPr algn="r"/>
            <a:fld id="{46D671FE-B07A-FD44-8FA2-1BA9FC143552}" type="slidenum">
              <a:rPr lang="en-US" sz="1200"/>
              <a:pPr algn="r"/>
              <a:t>26</a:t>
            </a:fld>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6B25C0B9-2E41-F544-9011-5DB8B410695C}" type="slidenum">
              <a:rPr lang="en-US"/>
              <a:pPr/>
              <a:t>27</a:t>
            </a:fld>
            <a:endParaRPr lang="en-US"/>
          </a:p>
        </p:txBody>
      </p:sp>
      <p:sp>
        <p:nvSpPr>
          <p:cNvPr id="13314" name="Slide Image Placeholder 1"/>
          <p:cNvSpPr>
            <a:spLocks noGrp="1" noRot="1" noChangeAspect="1" noTextEdit="1"/>
          </p:cNvSpPr>
          <p:nvPr>
            <p:ph type="sldImg"/>
          </p:nvPr>
        </p:nvSpPr>
        <p:spPr>
          <a:ln/>
          <a:extLst>
            <a:ext uri="{FAA26D3D-D897-4be2-8F04-BA451C77F1D7}">
              <ma14:placeholderFlag xmlns="" xmlns:ma14="http://schemas.microsoft.com/office/mac/drawingml/2011/main" val="1"/>
            </a:ext>
          </a:extLst>
        </p:spPr>
      </p:sp>
      <p:sp>
        <p:nvSpPr>
          <p:cNvPr id="13315" name="Notes Placeholder 2"/>
          <p:cNvSpPr>
            <a:spLocks noGrp="1"/>
          </p:cNvSpPr>
          <p:nvPr>
            <p:ph type="body" idx="1"/>
          </p:nvPr>
        </p:nvSpPr>
        <p:spPr/>
        <p:txBody>
          <a:bodyPr/>
          <a:lstStyle/>
          <a:p>
            <a:pPr>
              <a:spcBef>
                <a:spcPct val="0"/>
              </a:spcBef>
            </a:pPr>
            <a:endParaRPr lang="en-US"/>
          </a:p>
        </p:txBody>
      </p:sp>
      <p:sp>
        <p:nvSpPr>
          <p:cNvPr id="13316"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ea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fontAlgn="base">
              <a:spcBef>
                <a:spcPct val="0"/>
              </a:spcBef>
              <a:spcAft>
                <a:spcPct val="0"/>
              </a:spcAft>
              <a:defRPr>
                <a:solidFill>
                  <a:schemeClr val="tx1"/>
                </a:solidFill>
                <a:latin typeface="Arial" charset="0"/>
                <a:ea typeface="ＭＳ Ｐゴシック" charset="0"/>
              </a:defRPr>
            </a:lvl6pPr>
            <a:lvl7pPr marL="2971800" indent="-228600" fontAlgn="base">
              <a:spcBef>
                <a:spcPct val="0"/>
              </a:spcBef>
              <a:spcAft>
                <a:spcPct val="0"/>
              </a:spcAft>
              <a:defRPr>
                <a:solidFill>
                  <a:schemeClr val="tx1"/>
                </a:solidFill>
                <a:latin typeface="Arial" charset="0"/>
                <a:ea typeface="ＭＳ Ｐゴシック" charset="0"/>
              </a:defRPr>
            </a:lvl7pPr>
            <a:lvl8pPr marL="3429000" indent="-228600" fontAlgn="base">
              <a:spcBef>
                <a:spcPct val="0"/>
              </a:spcBef>
              <a:spcAft>
                <a:spcPct val="0"/>
              </a:spcAft>
              <a:defRPr>
                <a:solidFill>
                  <a:schemeClr val="tx1"/>
                </a:solidFill>
                <a:latin typeface="Arial" charset="0"/>
                <a:ea typeface="ＭＳ Ｐゴシック" charset="0"/>
              </a:defRPr>
            </a:lvl8pPr>
            <a:lvl9pPr marL="3886200" indent="-228600" fontAlgn="base">
              <a:spcBef>
                <a:spcPct val="0"/>
              </a:spcBef>
              <a:spcAft>
                <a:spcPct val="0"/>
              </a:spcAft>
              <a:defRPr>
                <a:solidFill>
                  <a:schemeClr val="tx1"/>
                </a:solidFill>
                <a:latin typeface="Arial" charset="0"/>
                <a:ea typeface="ＭＳ Ｐゴシック" charset="0"/>
              </a:defRPr>
            </a:lvl9pPr>
          </a:lstStyle>
          <a:p>
            <a:pPr algn="r"/>
            <a:fld id="{46D671FE-B07A-FD44-8FA2-1BA9FC143552}" type="slidenum">
              <a:rPr lang="en-US" sz="1200"/>
              <a:pPr algn="r"/>
              <a:t>27</a:t>
            </a:fld>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6B25C0B9-2E41-F544-9011-5DB8B410695C}" type="slidenum">
              <a:rPr lang="en-US"/>
              <a:pPr/>
              <a:t>28</a:t>
            </a:fld>
            <a:endParaRPr lang="en-US"/>
          </a:p>
        </p:txBody>
      </p:sp>
      <p:sp>
        <p:nvSpPr>
          <p:cNvPr id="13314" name="Slide Image Placeholder 1"/>
          <p:cNvSpPr>
            <a:spLocks noGrp="1" noRot="1" noChangeAspect="1" noTextEdit="1"/>
          </p:cNvSpPr>
          <p:nvPr>
            <p:ph type="sldImg"/>
          </p:nvPr>
        </p:nvSpPr>
        <p:spPr>
          <a:ln/>
          <a:extLst>
            <a:ext uri="{FAA26D3D-D897-4be2-8F04-BA451C77F1D7}">
              <ma14:placeholderFlag xmlns="" xmlns:ma14="http://schemas.microsoft.com/office/mac/drawingml/2011/main" val="1"/>
            </a:ext>
          </a:extLst>
        </p:spPr>
      </p:sp>
      <p:sp>
        <p:nvSpPr>
          <p:cNvPr id="13315" name="Notes Placeholder 2"/>
          <p:cNvSpPr>
            <a:spLocks noGrp="1"/>
          </p:cNvSpPr>
          <p:nvPr>
            <p:ph type="body" idx="1"/>
          </p:nvPr>
        </p:nvSpPr>
        <p:spPr/>
        <p:txBody>
          <a:bodyPr/>
          <a:lstStyle/>
          <a:p>
            <a:pPr>
              <a:spcBef>
                <a:spcPct val="0"/>
              </a:spcBef>
            </a:pPr>
            <a:endParaRPr lang="en-US"/>
          </a:p>
        </p:txBody>
      </p:sp>
      <p:sp>
        <p:nvSpPr>
          <p:cNvPr id="13316"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ea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fontAlgn="base">
              <a:spcBef>
                <a:spcPct val="0"/>
              </a:spcBef>
              <a:spcAft>
                <a:spcPct val="0"/>
              </a:spcAft>
              <a:defRPr>
                <a:solidFill>
                  <a:schemeClr val="tx1"/>
                </a:solidFill>
                <a:latin typeface="Arial" charset="0"/>
                <a:ea typeface="ＭＳ Ｐゴシック" charset="0"/>
              </a:defRPr>
            </a:lvl6pPr>
            <a:lvl7pPr marL="2971800" indent="-228600" fontAlgn="base">
              <a:spcBef>
                <a:spcPct val="0"/>
              </a:spcBef>
              <a:spcAft>
                <a:spcPct val="0"/>
              </a:spcAft>
              <a:defRPr>
                <a:solidFill>
                  <a:schemeClr val="tx1"/>
                </a:solidFill>
                <a:latin typeface="Arial" charset="0"/>
                <a:ea typeface="ＭＳ Ｐゴシック" charset="0"/>
              </a:defRPr>
            </a:lvl7pPr>
            <a:lvl8pPr marL="3429000" indent="-228600" fontAlgn="base">
              <a:spcBef>
                <a:spcPct val="0"/>
              </a:spcBef>
              <a:spcAft>
                <a:spcPct val="0"/>
              </a:spcAft>
              <a:defRPr>
                <a:solidFill>
                  <a:schemeClr val="tx1"/>
                </a:solidFill>
                <a:latin typeface="Arial" charset="0"/>
                <a:ea typeface="ＭＳ Ｐゴシック" charset="0"/>
              </a:defRPr>
            </a:lvl8pPr>
            <a:lvl9pPr marL="3886200" indent="-228600" fontAlgn="base">
              <a:spcBef>
                <a:spcPct val="0"/>
              </a:spcBef>
              <a:spcAft>
                <a:spcPct val="0"/>
              </a:spcAft>
              <a:defRPr>
                <a:solidFill>
                  <a:schemeClr val="tx1"/>
                </a:solidFill>
                <a:latin typeface="Arial" charset="0"/>
                <a:ea typeface="ＭＳ Ｐゴシック" charset="0"/>
              </a:defRPr>
            </a:lvl9pPr>
          </a:lstStyle>
          <a:p>
            <a:pPr algn="r"/>
            <a:fld id="{46D671FE-B07A-FD44-8FA2-1BA9FC143552}" type="slidenum">
              <a:rPr lang="en-US" sz="1200"/>
              <a:pPr algn="r"/>
              <a:t>28</a:t>
            </a:fld>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6B25C0B9-2E41-F544-9011-5DB8B410695C}" type="slidenum">
              <a:rPr lang="en-US"/>
              <a:pPr/>
              <a:t>29</a:t>
            </a:fld>
            <a:endParaRPr lang="en-US"/>
          </a:p>
        </p:txBody>
      </p:sp>
      <p:sp>
        <p:nvSpPr>
          <p:cNvPr id="13314" name="Slide Image Placeholder 1"/>
          <p:cNvSpPr>
            <a:spLocks noGrp="1" noRot="1" noChangeAspect="1" noTextEdit="1"/>
          </p:cNvSpPr>
          <p:nvPr>
            <p:ph type="sldImg"/>
          </p:nvPr>
        </p:nvSpPr>
        <p:spPr>
          <a:ln/>
          <a:extLst>
            <a:ext uri="{FAA26D3D-D897-4be2-8F04-BA451C77F1D7}">
              <ma14:placeholderFlag xmlns="" xmlns:ma14="http://schemas.microsoft.com/office/mac/drawingml/2011/main" val="1"/>
            </a:ext>
          </a:extLst>
        </p:spPr>
      </p:sp>
      <p:sp>
        <p:nvSpPr>
          <p:cNvPr id="13315" name="Notes Placeholder 2"/>
          <p:cNvSpPr>
            <a:spLocks noGrp="1"/>
          </p:cNvSpPr>
          <p:nvPr>
            <p:ph type="body" idx="1"/>
          </p:nvPr>
        </p:nvSpPr>
        <p:spPr/>
        <p:txBody>
          <a:bodyPr/>
          <a:lstStyle/>
          <a:p>
            <a:pPr>
              <a:spcBef>
                <a:spcPct val="0"/>
              </a:spcBef>
            </a:pPr>
            <a:endParaRPr lang="en-US"/>
          </a:p>
        </p:txBody>
      </p:sp>
      <p:sp>
        <p:nvSpPr>
          <p:cNvPr id="13316"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ea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fontAlgn="base">
              <a:spcBef>
                <a:spcPct val="0"/>
              </a:spcBef>
              <a:spcAft>
                <a:spcPct val="0"/>
              </a:spcAft>
              <a:defRPr>
                <a:solidFill>
                  <a:schemeClr val="tx1"/>
                </a:solidFill>
                <a:latin typeface="Arial" charset="0"/>
                <a:ea typeface="ＭＳ Ｐゴシック" charset="0"/>
              </a:defRPr>
            </a:lvl6pPr>
            <a:lvl7pPr marL="2971800" indent="-228600" fontAlgn="base">
              <a:spcBef>
                <a:spcPct val="0"/>
              </a:spcBef>
              <a:spcAft>
                <a:spcPct val="0"/>
              </a:spcAft>
              <a:defRPr>
                <a:solidFill>
                  <a:schemeClr val="tx1"/>
                </a:solidFill>
                <a:latin typeface="Arial" charset="0"/>
                <a:ea typeface="ＭＳ Ｐゴシック" charset="0"/>
              </a:defRPr>
            </a:lvl7pPr>
            <a:lvl8pPr marL="3429000" indent="-228600" fontAlgn="base">
              <a:spcBef>
                <a:spcPct val="0"/>
              </a:spcBef>
              <a:spcAft>
                <a:spcPct val="0"/>
              </a:spcAft>
              <a:defRPr>
                <a:solidFill>
                  <a:schemeClr val="tx1"/>
                </a:solidFill>
                <a:latin typeface="Arial" charset="0"/>
                <a:ea typeface="ＭＳ Ｐゴシック" charset="0"/>
              </a:defRPr>
            </a:lvl8pPr>
            <a:lvl9pPr marL="3886200" indent="-228600" fontAlgn="base">
              <a:spcBef>
                <a:spcPct val="0"/>
              </a:spcBef>
              <a:spcAft>
                <a:spcPct val="0"/>
              </a:spcAft>
              <a:defRPr>
                <a:solidFill>
                  <a:schemeClr val="tx1"/>
                </a:solidFill>
                <a:latin typeface="Arial" charset="0"/>
                <a:ea typeface="ＭＳ Ｐゴシック" charset="0"/>
              </a:defRPr>
            </a:lvl9pPr>
          </a:lstStyle>
          <a:p>
            <a:pPr algn="r"/>
            <a:fld id="{46D671FE-B07A-FD44-8FA2-1BA9FC143552}" type="slidenum">
              <a:rPr lang="en-US" sz="1200"/>
              <a:pPr algn="r"/>
              <a:t>29</a:t>
            </a:fld>
            <a:endParaRPr lang="en-US" sz="1200"/>
          </a:p>
        </p:txBody>
      </p:sp>
    </p:spTree>
    <p:extLst>
      <p:ext uri="{BB962C8B-B14F-4D97-AF65-F5344CB8AC3E}">
        <p14:creationId xmlns:p14="http://schemas.microsoft.com/office/powerpoint/2010/main" val="11483957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6B25C0B9-2E41-F544-9011-5DB8B410695C}" type="slidenum">
              <a:rPr lang="en-US"/>
              <a:pPr/>
              <a:t>30</a:t>
            </a:fld>
            <a:endParaRPr lang="en-US"/>
          </a:p>
        </p:txBody>
      </p:sp>
      <p:sp>
        <p:nvSpPr>
          <p:cNvPr id="13314" name="Slide Image Placeholder 1"/>
          <p:cNvSpPr>
            <a:spLocks noGrp="1" noRot="1" noChangeAspect="1" noTextEdit="1"/>
          </p:cNvSpPr>
          <p:nvPr>
            <p:ph type="sldImg"/>
          </p:nvPr>
        </p:nvSpPr>
        <p:spPr>
          <a:ln/>
          <a:extLst>
            <a:ext uri="{FAA26D3D-D897-4be2-8F04-BA451C77F1D7}">
              <ma14:placeholderFlag xmlns="" xmlns:ma14="http://schemas.microsoft.com/office/mac/drawingml/2011/main" val="1"/>
            </a:ext>
          </a:extLst>
        </p:spPr>
      </p:sp>
      <p:sp>
        <p:nvSpPr>
          <p:cNvPr id="13315" name="Notes Placeholder 2"/>
          <p:cNvSpPr>
            <a:spLocks noGrp="1"/>
          </p:cNvSpPr>
          <p:nvPr>
            <p:ph type="body" idx="1"/>
          </p:nvPr>
        </p:nvSpPr>
        <p:spPr/>
        <p:txBody>
          <a:bodyPr/>
          <a:lstStyle/>
          <a:p>
            <a:pPr>
              <a:spcBef>
                <a:spcPct val="0"/>
              </a:spcBef>
            </a:pPr>
            <a:endParaRPr lang="en-US"/>
          </a:p>
        </p:txBody>
      </p:sp>
      <p:sp>
        <p:nvSpPr>
          <p:cNvPr id="13316"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ea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fontAlgn="base">
              <a:spcBef>
                <a:spcPct val="0"/>
              </a:spcBef>
              <a:spcAft>
                <a:spcPct val="0"/>
              </a:spcAft>
              <a:defRPr>
                <a:solidFill>
                  <a:schemeClr val="tx1"/>
                </a:solidFill>
                <a:latin typeface="Arial" charset="0"/>
                <a:ea typeface="ＭＳ Ｐゴシック" charset="0"/>
              </a:defRPr>
            </a:lvl6pPr>
            <a:lvl7pPr marL="2971800" indent="-228600" fontAlgn="base">
              <a:spcBef>
                <a:spcPct val="0"/>
              </a:spcBef>
              <a:spcAft>
                <a:spcPct val="0"/>
              </a:spcAft>
              <a:defRPr>
                <a:solidFill>
                  <a:schemeClr val="tx1"/>
                </a:solidFill>
                <a:latin typeface="Arial" charset="0"/>
                <a:ea typeface="ＭＳ Ｐゴシック" charset="0"/>
              </a:defRPr>
            </a:lvl7pPr>
            <a:lvl8pPr marL="3429000" indent="-228600" fontAlgn="base">
              <a:spcBef>
                <a:spcPct val="0"/>
              </a:spcBef>
              <a:spcAft>
                <a:spcPct val="0"/>
              </a:spcAft>
              <a:defRPr>
                <a:solidFill>
                  <a:schemeClr val="tx1"/>
                </a:solidFill>
                <a:latin typeface="Arial" charset="0"/>
                <a:ea typeface="ＭＳ Ｐゴシック" charset="0"/>
              </a:defRPr>
            </a:lvl8pPr>
            <a:lvl9pPr marL="3886200" indent="-228600" fontAlgn="base">
              <a:spcBef>
                <a:spcPct val="0"/>
              </a:spcBef>
              <a:spcAft>
                <a:spcPct val="0"/>
              </a:spcAft>
              <a:defRPr>
                <a:solidFill>
                  <a:schemeClr val="tx1"/>
                </a:solidFill>
                <a:latin typeface="Arial" charset="0"/>
                <a:ea typeface="ＭＳ Ｐゴシック" charset="0"/>
              </a:defRPr>
            </a:lvl9pPr>
          </a:lstStyle>
          <a:p>
            <a:pPr algn="r"/>
            <a:fld id="{46D671FE-B07A-FD44-8FA2-1BA9FC143552}" type="slidenum">
              <a:rPr lang="en-US" sz="1200"/>
              <a:pPr algn="r"/>
              <a:t>30</a:t>
            </a:fld>
            <a:endParaRPr 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6B25C0B9-2E41-F544-9011-5DB8B410695C}" type="slidenum">
              <a:rPr lang="en-US"/>
              <a:pPr/>
              <a:t>31</a:t>
            </a:fld>
            <a:endParaRPr lang="en-US"/>
          </a:p>
        </p:txBody>
      </p:sp>
      <p:sp>
        <p:nvSpPr>
          <p:cNvPr id="13314" name="Slide Image Placeholder 1"/>
          <p:cNvSpPr>
            <a:spLocks noGrp="1" noRot="1" noChangeAspect="1" noTextEdit="1"/>
          </p:cNvSpPr>
          <p:nvPr>
            <p:ph type="sldImg"/>
          </p:nvPr>
        </p:nvSpPr>
        <p:spPr>
          <a:ln/>
          <a:extLst>
            <a:ext uri="{FAA26D3D-D897-4be2-8F04-BA451C77F1D7}">
              <ma14:placeholderFlag xmlns="" xmlns:ma14="http://schemas.microsoft.com/office/mac/drawingml/2011/main" val="1"/>
            </a:ext>
          </a:extLst>
        </p:spPr>
      </p:sp>
      <p:sp>
        <p:nvSpPr>
          <p:cNvPr id="13315" name="Notes Placeholder 2"/>
          <p:cNvSpPr>
            <a:spLocks noGrp="1"/>
          </p:cNvSpPr>
          <p:nvPr>
            <p:ph type="body" idx="1"/>
          </p:nvPr>
        </p:nvSpPr>
        <p:spPr/>
        <p:txBody>
          <a:bodyPr/>
          <a:lstStyle/>
          <a:p>
            <a:pPr>
              <a:spcBef>
                <a:spcPct val="0"/>
              </a:spcBef>
            </a:pPr>
            <a:endParaRPr lang="en-US"/>
          </a:p>
        </p:txBody>
      </p:sp>
      <p:sp>
        <p:nvSpPr>
          <p:cNvPr id="13316"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ea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fontAlgn="base">
              <a:spcBef>
                <a:spcPct val="0"/>
              </a:spcBef>
              <a:spcAft>
                <a:spcPct val="0"/>
              </a:spcAft>
              <a:defRPr>
                <a:solidFill>
                  <a:schemeClr val="tx1"/>
                </a:solidFill>
                <a:latin typeface="Arial" charset="0"/>
                <a:ea typeface="ＭＳ Ｐゴシック" charset="0"/>
              </a:defRPr>
            </a:lvl6pPr>
            <a:lvl7pPr marL="2971800" indent="-228600" fontAlgn="base">
              <a:spcBef>
                <a:spcPct val="0"/>
              </a:spcBef>
              <a:spcAft>
                <a:spcPct val="0"/>
              </a:spcAft>
              <a:defRPr>
                <a:solidFill>
                  <a:schemeClr val="tx1"/>
                </a:solidFill>
                <a:latin typeface="Arial" charset="0"/>
                <a:ea typeface="ＭＳ Ｐゴシック" charset="0"/>
              </a:defRPr>
            </a:lvl7pPr>
            <a:lvl8pPr marL="3429000" indent="-228600" fontAlgn="base">
              <a:spcBef>
                <a:spcPct val="0"/>
              </a:spcBef>
              <a:spcAft>
                <a:spcPct val="0"/>
              </a:spcAft>
              <a:defRPr>
                <a:solidFill>
                  <a:schemeClr val="tx1"/>
                </a:solidFill>
                <a:latin typeface="Arial" charset="0"/>
                <a:ea typeface="ＭＳ Ｐゴシック" charset="0"/>
              </a:defRPr>
            </a:lvl8pPr>
            <a:lvl9pPr marL="3886200" indent="-228600" fontAlgn="base">
              <a:spcBef>
                <a:spcPct val="0"/>
              </a:spcBef>
              <a:spcAft>
                <a:spcPct val="0"/>
              </a:spcAft>
              <a:defRPr>
                <a:solidFill>
                  <a:schemeClr val="tx1"/>
                </a:solidFill>
                <a:latin typeface="Arial" charset="0"/>
                <a:ea typeface="ＭＳ Ｐゴシック" charset="0"/>
              </a:defRPr>
            </a:lvl9pPr>
          </a:lstStyle>
          <a:p>
            <a:pPr algn="r"/>
            <a:fld id="{46D671FE-B07A-FD44-8FA2-1BA9FC143552}" type="slidenum">
              <a:rPr lang="en-US" sz="1200"/>
              <a:pPr algn="r"/>
              <a:t>31</a:t>
            </a:fld>
            <a:endParaRPr 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6B25C0B9-2E41-F544-9011-5DB8B410695C}" type="slidenum">
              <a:rPr lang="en-US"/>
              <a:pPr/>
              <a:t>32</a:t>
            </a:fld>
            <a:endParaRPr lang="en-US"/>
          </a:p>
        </p:txBody>
      </p:sp>
      <p:sp>
        <p:nvSpPr>
          <p:cNvPr id="13314" name="Slide Image Placeholder 1"/>
          <p:cNvSpPr>
            <a:spLocks noGrp="1" noRot="1" noChangeAspect="1" noTextEdit="1"/>
          </p:cNvSpPr>
          <p:nvPr>
            <p:ph type="sldImg"/>
          </p:nvPr>
        </p:nvSpPr>
        <p:spPr>
          <a:ln/>
          <a:extLst>
            <a:ext uri="{FAA26D3D-D897-4be2-8F04-BA451C77F1D7}">
              <ma14:placeholderFlag xmlns="" xmlns:ma14="http://schemas.microsoft.com/office/mac/drawingml/2011/main" val="1"/>
            </a:ext>
          </a:extLst>
        </p:spPr>
      </p:sp>
      <p:sp>
        <p:nvSpPr>
          <p:cNvPr id="13315" name="Notes Placeholder 2"/>
          <p:cNvSpPr>
            <a:spLocks noGrp="1"/>
          </p:cNvSpPr>
          <p:nvPr>
            <p:ph type="body" idx="1"/>
          </p:nvPr>
        </p:nvSpPr>
        <p:spPr/>
        <p:txBody>
          <a:bodyPr/>
          <a:lstStyle/>
          <a:p>
            <a:pPr>
              <a:spcBef>
                <a:spcPct val="0"/>
              </a:spcBef>
            </a:pPr>
            <a:endParaRPr lang="en-US"/>
          </a:p>
        </p:txBody>
      </p:sp>
      <p:sp>
        <p:nvSpPr>
          <p:cNvPr id="13316"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ea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fontAlgn="base">
              <a:spcBef>
                <a:spcPct val="0"/>
              </a:spcBef>
              <a:spcAft>
                <a:spcPct val="0"/>
              </a:spcAft>
              <a:defRPr>
                <a:solidFill>
                  <a:schemeClr val="tx1"/>
                </a:solidFill>
                <a:latin typeface="Arial" charset="0"/>
                <a:ea typeface="ＭＳ Ｐゴシック" charset="0"/>
              </a:defRPr>
            </a:lvl6pPr>
            <a:lvl7pPr marL="2971800" indent="-228600" fontAlgn="base">
              <a:spcBef>
                <a:spcPct val="0"/>
              </a:spcBef>
              <a:spcAft>
                <a:spcPct val="0"/>
              </a:spcAft>
              <a:defRPr>
                <a:solidFill>
                  <a:schemeClr val="tx1"/>
                </a:solidFill>
                <a:latin typeface="Arial" charset="0"/>
                <a:ea typeface="ＭＳ Ｐゴシック" charset="0"/>
              </a:defRPr>
            </a:lvl7pPr>
            <a:lvl8pPr marL="3429000" indent="-228600" fontAlgn="base">
              <a:spcBef>
                <a:spcPct val="0"/>
              </a:spcBef>
              <a:spcAft>
                <a:spcPct val="0"/>
              </a:spcAft>
              <a:defRPr>
                <a:solidFill>
                  <a:schemeClr val="tx1"/>
                </a:solidFill>
                <a:latin typeface="Arial" charset="0"/>
                <a:ea typeface="ＭＳ Ｐゴシック" charset="0"/>
              </a:defRPr>
            </a:lvl8pPr>
            <a:lvl9pPr marL="3886200" indent="-228600" fontAlgn="base">
              <a:spcBef>
                <a:spcPct val="0"/>
              </a:spcBef>
              <a:spcAft>
                <a:spcPct val="0"/>
              </a:spcAft>
              <a:defRPr>
                <a:solidFill>
                  <a:schemeClr val="tx1"/>
                </a:solidFill>
                <a:latin typeface="Arial" charset="0"/>
                <a:ea typeface="ＭＳ Ｐゴシック" charset="0"/>
              </a:defRPr>
            </a:lvl9pPr>
          </a:lstStyle>
          <a:p>
            <a:pPr algn="r"/>
            <a:fld id="{46D671FE-B07A-FD44-8FA2-1BA9FC143552}" type="slidenum">
              <a:rPr lang="en-US" sz="1200"/>
              <a:pPr algn="r"/>
              <a:t>32</a:t>
            </a:fld>
            <a:endParaRPr lang="en-US"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7C7C6-6509-674D-A2C1-6C1A30B86E6E}"/>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80AF296C-6119-1647-A35C-2A4983E4E0F2}"/>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031C0DAA-B960-B847-A0B1-A4E3C2DCABE8}"/>
              </a:ext>
            </a:extLst>
          </p:cNvPr>
          <p:cNvSpPr>
            <a:spLocks noGrp="1"/>
          </p:cNvSpPr>
          <p:nvPr>
            <p:ph type="dt" sz="half" idx="10"/>
          </p:nvPr>
        </p:nvSpPr>
        <p:spPr/>
        <p:txBody>
          <a:bodyPr/>
          <a:lstStyle/>
          <a:p>
            <a:fld id="{43383C6B-AB75-7E4F-9D66-1AA09E619BC3}" type="datetimeFigureOut">
              <a:rPr lang="en-US" smtClean="0"/>
              <a:t>3/23/26</a:t>
            </a:fld>
            <a:endParaRPr lang="en-US"/>
          </a:p>
        </p:txBody>
      </p:sp>
      <p:sp>
        <p:nvSpPr>
          <p:cNvPr id="5" name="Footer Placeholder 4">
            <a:extLst>
              <a:ext uri="{FF2B5EF4-FFF2-40B4-BE49-F238E27FC236}">
                <a16:creationId xmlns:a16="http://schemas.microsoft.com/office/drawing/2014/main" id="{35B60E80-B45A-BC43-A382-61D0841706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C54799-20DE-EB4C-AC57-652EE01A7E0F}"/>
              </a:ext>
            </a:extLst>
          </p:cNvPr>
          <p:cNvSpPr>
            <a:spLocks noGrp="1"/>
          </p:cNvSpPr>
          <p:nvPr>
            <p:ph type="sldNum" sz="quarter" idx="12"/>
          </p:nvPr>
        </p:nvSpPr>
        <p:spPr/>
        <p:txBody>
          <a:bodyPr/>
          <a:lstStyle/>
          <a:p>
            <a:fld id="{A56922CC-5BFA-F246-A247-DAD0197D44F9}" type="slidenum">
              <a:rPr lang="en-US" smtClean="0"/>
              <a:t>‹#›</a:t>
            </a:fld>
            <a:endParaRPr lang="en-US"/>
          </a:p>
        </p:txBody>
      </p:sp>
    </p:spTree>
    <p:extLst>
      <p:ext uri="{BB962C8B-B14F-4D97-AF65-F5344CB8AC3E}">
        <p14:creationId xmlns:p14="http://schemas.microsoft.com/office/powerpoint/2010/main" val="13775869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92812-851C-F349-8FF5-BD93A0F39773}"/>
              </a:ext>
            </a:extLst>
          </p:cNvPr>
          <p:cNvSpPr>
            <a:spLocks noGrp="1"/>
          </p:cNvSpPr>
          <p:nvPr>
            <p:ph type="title"/>
          </p:nvPr>
        </p:nvSpPr>
        <p:spPr>
          <a:xfrm>
            <a:off x="628650" y="365127"/>
            <a:ext cx="7886700" cy="831626"/>
          </a:xfrm>
        </p:spPr>
        <p:txBody>
          <a:bodyPr>
            <a:normAutofit/>
          </a:bodyPr>
          <a:lstStyle>
            <a:lvl1pPr>
              <a:defRPr sz="3400" baseline="0">
                <a:solidFill>
                  <a:srgbClr val="7030A0"/>
                </a:solidFill>
              </a:defRPr>
            </a:lvl1pPr>
          </a:lstStyle>
          <a:p>
            <a:endParaRPr lang="en-US" dirty="0"/>
          </a:p>
        </p:txBody>
      </p:sp>
      <p:sp>
        <p:nvSpPr>
          <p:cNvPr id="3" name="Content Placeholder 2">
            <a:extLst>
              <a:ext uri="{FF2B5EF4-FFF2-40B4-BE49-F238E27FC236}">
                <a16:creationId xmlns:a16="http://schemas.microsoft.com/office/drawing/2014/main" id="{13B97C1F-E371-F847-80A4-84116D93013E}"/>
              </a:ext>
            </a:extLst>
          </p:cNvPr>
          <p:cNvSpPr>
            <a:spLocks noGrp="1"/>
          </p:cNvSpPr>
          <p:nvPr>
            <p:ph idx="1"/>
          </p:nvPr>
        </p:nvSpPr>
        <p:spPr>
          <a:xfrm>
            <a:off x="628650" y="1628482"/>
            <a:ext cx="7886700" cy="4351338"/>
          </a:xfrm>
        </p:spPr>
        <p:txBody>
          <a:bodyPr/>
          <a:lstStyle>
            <a:lvl1pPr>
              <a:defRPr sz="2200" baseline="0"/>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A8AA5D9-5AE0-CC44-9F0B-BD6DB38889D5}"/>
              </a:ext>
            </a:extLst>
          </p:cNvPr>
          <p:cNvSpPr>
            <a:spLocks noGrp="1"/>
          </p:cNvSpPr>
          <p:nvPr>
            <p:ph type="dt" sz="half" idx="10"/>
          </p:nvPr>
        </p:nvSpPr>
        <p:spPr/>
        <p:txBody>
          <a:bodyPr/>
          <a:lstStyle/>
          <a:p>
            <a:fld id="{43383C6B-AB75-7E4F-9D66-1AA09E619BC3}" type="datetimeFigureOut">
              <a:rPr lang="en-US" smtClean="0"/>
              <a:t>3/23/26</a:t>
            </a:fld>
            <a:endParaRPr lang="en-US"/>
          </a:p>
        </p:txBody>
      </p:sp>
      <p:sp>
        <p:nvSpPr>
          <p:cNvPr id="5" name="Footer Placeholder 4">
            <a:extLst>
              <a:ext uri="{FF2B5EF4-FFF2-40B4-BE49-F238E27FC236}">
                <a16:creationId xmlns:a16="http://schemas.microsoft.com/office/drawing/2014/main" id="{307FFE81-7055-8F4D-AC04-8BB0180120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E6CF5A-AA0F-6F4A-8A04-70E52F537BBF}"/>
              </a:ext>
            </a:extLst>
          </p:cNvPr>
          <p:cNvSpPr>
            <a:spLocks noGrp="1"/>
          </p:cNvSpPr>
          <p:nvPr>
            <p:ph type="sldNum" sz="quarter" idx="12"/>
          </p:nvPr>
        </p:nvSpPr>
        <p:spPr/>
        <p:txBody>
          <a:bodyPr/>
          <a:lstStyle/>
          <a:p>
            <a:fld id="{A56922CC-5BFA-F246-A247-DAD0197D44F9}" type="slidenum">
              <a:rPr lang="en-US" smtClean="0"/>
              <a:t>‹#›</a:t>
            </a:fld>
            <a:endParaRPr lang="en-US"/>
          </a:p>
        </p:txBody>
      </p:sp>
    </p:spTree>
    <p:extLst>
      <p:ext uri="{BB962C8B-B14F-4D97-AF65-F5344CB8AC3E}">
        <p14:creationId xmlns:p14="http://schemas.microsoft.com/office/powerpoint/2010/main" val="34240606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5AD30-909C-FE4F-8112-B4FE13D50CEA}"/>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592DEECB-8C74-5741-893C-9CF15FC6752B}"/>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C4ADCF7A-8DAC-D942-A682-869119C41784}"/>
              </a:ext>
            </a:extLst>
          </p:cNvPr>
          <p:cNvSpPr>
            <a:spLocks noGrp="1"/>
          </p:cNvSpPr>
          <p:nvPr>
            <p:ph type="dt" sz="half" idx="10"/>
          </p:nvPr>
        </p:nvSpPr>
        <p:spPr/>
        <p:txBody>
          <a:bodyPr/>
          <a:lstStyle/>
          <a:p>
            <a:fld id="{43383C6B-AB75-7E4F-9D66-1AA09E619BC3}" type="datetimeFigureOut">
              <a:rPr lang="en-US" smtClean="0"/>
              <a:t>3/23/26</a:t>
            </a:fld>
            <a:endParaRPr lang="en-US"/>
          </a:p>
        </p:txBody>
      </p:sp>
      <p:sp>
        <p:nvSpPr>
          <p:cNvPr id="5" name="Footer Placeholder 4">
            <a:extLst>
              <a:ext uri="{FF2B5EF4-FFF2-40B4-BE49-F238E27FC236}">
                <a16:creationId xmlns:a16="http://schemas.microsoft.com/office/drawing/2014/main" id="{959D55BF-D3E3-0E4B-8DC3-1A84A8C52F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E6F257-2284-BB4A-96D2-F4EA0BF5171C}"/>
              </a:ext>
            </a:extLst>
          </p:cNvPr>
          <p:cNvSpPr>
            <a:spLocks noGrp="1"/>
          </p:cNvSpPr>
          <p:nvPr>
            <p:ph type="sldNum" sz="quarter" idx="12"/>
          </p:nvPr>
        </p:nvSpPr>
        <p:spPr/>
        <p:txBody>
          <a:bodyPr/>
          <a:lstStyle/>
          <a:p>
            <a:fld id="{A56922CC-5BFA-F246-A247-DAD0197D44F9}" type="slidenum">
              <a:rPr lang="en-US" smtClean="0"/>
              <a:t>‹#›</a:t>
            </a:fld>
            <a:endParaRPr lang="en-US"/>
          </a:p>
        </p:txBody>
      </p:sp>
    </p:spTree>
    <p:extLst>
      <p:ext uri="{BB962C8B-B14F-4D97-AF65-F5344CB8AC3E}">
        <p14:creationId xmlns:p14="http://schemas.microsoft.com/office/powerpoint/2010/main" val="32524814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9AB41-0368-E146-A770-2D45C47A6F4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5814DBC-501F-1C4A-82C4-1AF741562300}"/>
              </a:ext>
            </a:extLst>
          </p:cNvPr>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B4F348-BE8B-5640-AF97-C92416542BF9}"/>
              </a:ext>
            </a:extLst>
          </p:cNvPr>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857148-4129-C748-B6AB-07D50237BEF7}"/>
              </a:ext>
            </a:extLst>
          </p:cNvPr>
          <p:cNvSpPr>
            <a:spLocks noGrp="1"/>
          </p:cNvSpPr>
          <p:nvPr>
            <p:ph type="dt" sz="half" idx="10"/>
          </p:nvPr>
        </p:nvSpPr>
        <p:spPr/>
        <p:txBody>
          <a:bodyPr/>
          <a:lstStyle/>
          <a:p>
            <a:fld id="{43383C6B-AB75-7E4F-9D66-1AA09E619BC3}" type="datetimeFigureOut">
              <a:rPr lang="en-US" smtClean="0"/>
              <a:t>3/23/26</a:t>
            </a:fld>
            <a:endParaRPr lang="en-US"/>
          </a:p>
        </p:txBody>
      </p:sp>
      <p:sp>
        <p:nvSpPr>
          <p:cNvPr id="6" name="Footer Placeholder 5">
            <a:extLst>
              <a:ext uri="{FF2B5EF4-FFF2-40B4-BE49-F238E27FC236}">
                <a16:creationId xmlns:a16="http://schemas.microsoft.com/office/drawing/2014/main" id="{396D7CAA-B778-9D41-8360-9DFD5E5A17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8B41F6-C14E-4F4A-AD16-3297ECC19787}"/>
              </a:ext>
            </a:extLst>
          </p:cNvPr>
          <p:cNvSpPr>
            <a:spLocks noGrp="1"/>
          </p:cNvSpPr>
          <p:nvPr>
            <p:ph type="sldNum" sz="quarter" idx="12"/>
          </p:nvPr>
        </p:nvSpPr>
        <p:spPr/>
        <p:txBody>
          <a:bodyPr/>
          <a:lstStyle/>
          <a:p>
            <a:fld id="{A56922CC-5BFA-F246-A247-DAD0197D44F9}" type="slidenum">
              <a:rPr lang="en-US" smtClean="0"/>
              <a:t>‹#›</a:t>
            </a:fld>
            <a:endParaRPr lang="en-US"/>
          </a:p>
        </p:txBody>
      </p:sp>
    </p:spTree>
    <p:extLst>
      <p:ext uri="{BB962C8B-B14F-4D97-AF65-F5344CB8AC3E}">
        <p14:creationId xmlns:p14="http://schemas.microsoft.com/office/powerpoint/2010/main" val="728660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24380-F5CB-E342-AB1F-B71E551AB699}"/>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5B69469-7CAE-FE4D-89DB-09192F5743ED}"/>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a16="http://schemas.microsoft.com/office/drawing/2014/main" id="{F0B3A639-E952-6049-96C7-808885847770}"/>
              </a:ext>
            </a:extLst>
          </p:cNvPr>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CD711CF-FB1F-3C41-ACA2-88945542B673}"/>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a16="http://schemas.microsoft.com/office/drawing/2014/main" id="{12B84059-15CF-EF4D-B8D7-B6CA4AEBA2CE}"/>
              </a:ext>
            </a:extLst>
          </p:cNvPr>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83CA626-AB5E-2549-9EDD-1FB7CA9874BE}"/>
              </a:ext>
            </a:extLst>
          </p:cNvPr>
          <p:cNvSpPr>
            <a:spLocks noGrp="1"/>
          </p:cNvSpPr>
          <p:nvPr>
            <p:ph type="dt" sz="half" idx="10"/>
          </p:nvPr>
        </p:nvSpPr>
        <p:spPr/>
        <p:txBody>
          <a:bodyPr/>
          <a:lstStyle/>
          <a:p>
            <a:fld id="{43383C6B-AB75-7E4F-9D66-1AA09E619BC3}" type="datetimeFigureOut">
              <a:rPr lang="en-US" smtClean="0"/>
              <a:t>3/23/26</a:t>
            </a:fld>
            <a:endParaRPr lang="en-US"/>
          </a:p>
        </p:txBody>
      </p:sp>
      <p:sp>
        <p:nvSpPr>
          <p:cNvPr id="8" name="Footer Placeholder 7">
            <a:extLst>
              <a:ext uri="{FF2B5EF4-FFF2-40B4-BE49-F238E27FC236}">
                <a16:creationId xmlns:a16="http://schemas.microsoft.com/office/drawing/2014/main" id="{8456941B-82E4-DB4D-83E7-ED16220636D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BF57BF-8733-3A4B-8929-27FDAA988C06}"/>
              </a:ext>
            </a:extLst>
          </p:cNvPr>
          <p:cNvSpPr>
            <a:spLocks noGrp="1"/>
          </p:cNvSpPr>
          <p:nvPr>
            <p:ph type="sldNum" sz="quarter" idx="12"/>
          </p:nvPr>
        </p:nvSpPr>
        <p:spPr/>
        <p:txBody>
          <a:bodyPr/>
          <a:lstStyle/>
          <a:p>
            <a:fld id="{A56922CC-5BFA-F246-A247-DAD0197D44F9}" type="slidenum">
              <a:rPr lang="en-US" smtClean="0"/>
              <a:t>‹#›</a:t>
            </a:fld>
            <a:endParaRPr lang="en-US"/>
          </a:p>
        </p:txBody>
      </p:sp>
    </p:spTree>
    <p:extLst>
      <p:ext uri="{BB962C8B-B14F-4D97-AF65-F5344CB8AC3E}">
        <p14:creationId xmlns:p14="http://schemas.microsoft.com/office/powerpoint/2010/main" val="1768377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99D65-4DB9-904E-A80B-2C5C628C328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20292E4-3C3B-7145-B309-230FFA7849B0}"/>
              </a:ext>
            </a:extLst>
          </p:cNvPr>
          <p:cNvSpPr>
            <a:spLocks noGrp="1"/>
          </p:cNvSpPr>
          <p:nvPr>
            <p:ph type="dt" sz="half" idx="10"/>
          </p:nvPr>
        </p:nvSpPr>
        <p:spPr/>
        <p:txBody>
          <a:bodyPr/>
          <a:lstStyle/>
          <a:p>
            <a:fld id="{43383C6B-AB75-7E4F-9D66-1AA09E619BC3}" type="datetimeFigureOut">
              <a:rPr lang="en-US" smtClean="0"/>
              <a:t>3/23/26</a:t>
            </a:fld>
            <a:endParaRPr lang="en-US"/>
          </a:p>
        </p:txBody>
      </p:sp>
      <p:sp>
        <p:nvSpPr>
          <p:cNvPr id="4" name="Footer Placeholder 3">
            <a:extLst>
              <a:ext uri="{FF2B5EF4-FFF2-40B4-BE49-F238E27FC236}">
                <a16:creationId xmlns:a16="http://schemas.microsoft.com/office/drawing/2014/main" id="{93E701E3-EF67-5248-84E5-40AF37588C3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10129C5-F1E1-9741-A0FB-AEA2A32E54B5}"/>
              </a:ext>
            </a:extLst>
          </p:cNvPr>
          <p:cNvSpPr>
            <a:spLocks noGrp="1"/>
          </p:cNvSpPr>
          <p:nvPr>
            <p:ph type="sldNum" sz="quarter" idx="12"/>
          </p:nvPr>
        </p:nvSpPr>
        <p:spPr/>
        <p:txBody>
          <a:bodyPr/>
          <a:lstStyle/>
          <a:p>
            <a:fld id="{A56922CC-5BFA-F246-A247-DAD0197D44F9}" type="slidenum">
              <a:rPr lang="en-US" smtClean="0"/>
              <a:t>‹#›</a:t>
            </a:fld>
            <a:endParaRPr lang="en-US"/>
          </a:p>
        </p:txBody>
      </p:sp>
    </p:spTree>
    <p:extLst>
      <p:ext uri="{BB962C8B-B14F-4D97-AF65-F5344CB8AC3E}">
        <p14:creationId xmlns:p14="http://schemas.microsoft.com/office/powerpoint/2010/main" val="32123450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80CEFC-E86F-D348-AB07-A6818EE83A42}"/>
              </a:ext>
            </a:extLst>
          </p:cNvPr>
          <p:cNvSpPr>
            <a:spLocks noGrp="1"/>
          </p:cNvSpPr>
          <p:nvPr>
            <p:ph type="dt" sz="half" idx="10"/>
          </p:nvPr>
        </p:nvSpPr>
        <p:spPr/>
        <p:txBody>
          <a:bodyPr/>
          <a:lstStyle/>
          <a:p>
            <a:fld id="{43383C6B-AB75-7E4F-9D66-1AA09E619BC3}" type="datetimeFigureOut">
              <a:rPr lang="en-US" smtClean="0"/>
              <a:t>3/23/26</a:t>
            </a:fld>
            <a:endParaRPr lang="en-US"/>
          </a:p>
        </p:txBody>
      </p:sp>
      <p:sp>
        <p:nvSpPr>
          <p:cNvPr id="3" name="Footer Placeholder 2">
            <a:extLst>
              <a:ext uri="{FF2B5EF4-FFF2-40B4-BE49-F238E27FC236}">
                <a16:creationId xmlns:a16="http://schemas.microsoft.com/office/drawing/2014/main" id="{8F3140AE-E032-FB4B-BB35-77693A76A12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7714FE-287C-334D-9C63-C85BB2CC2D51}"/>
              </a:ext>
            </a:extLst>
          </p:cNvPr>
          <p:cNvSpPr>
            <a:spLocks noGrp="1"/>
          </p:cNvSpPr>
          <p:nvPr>
            <p:ph type="sldNum" sz="quarter" idx="12"/>
          </p:nvPr>
        </p:nvSpPr>
        <p:spPr/>
        <p:txBody>
          <a:bodyPr/>
          <a:lstStyle/>
          <a:p>
            <a:fld id="{A56922CC-5BFA-F246-A247-DAD0197D44F9}" type="slidenum">
              <a:rPr lang="en-US" smtClean="0"/>
              <a:t>‹#›</a:t>
            </a:fld>
            <a:endParaRPr lang="en-US"/>
          </a:p>
        </p:txBody>
      </p:sp>
    </p:spTree>
    <p:extLst>
      <p:ext uri="{BB962C8B-B14F-4D97-AF65-F5344CB8AC3E}">
        <p14:creationId xmlns:p14="http://schemas.microsoft.com/office/powerpoint/2010/main" val="2692342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6F275-9741-CC4A-AA42-7877768F34BA}"/>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BF35420-AE4F-EF4C-8923-5D25B5A11DED}"/>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A69F49B-7AE6-EF49-913E-362F4FD1DCF4}"/>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644BF85A-35B2-5A41-9062-7C46D3A595A9}"/>
              </a:ext>
            </a:extLst>
          </p:cNvPr>
          <p:cNvSpPr>
            <a:spLocks noGrp="1"/>
          </p:cNvSpPr>
          <p:nvPr>
            <p:ph type="dt" sz="half" idx="10"/>
          </p:nvPr>
        </p:nvSpPr>
        <p:spPr/>
        <p:txBody>
          <a:bodyPr/>
          <a:lstStyle/>
          <a:p>
            <a:fld id="{43383C6B-AB75-7E4F-9D66-1AA09E619BC3}" type="datetimeFigureOut">
              <a:rPr lang="en-US" smtClean="0"/>
              <a:t>3/23/26</a:t>
            </a:fld>
            <a:endParaRPr lang="en-US"/>
          </a:p>
        </p:txBody>
      </p:sp>
      <p:sp>
        <p:nvSpPr>
          <p:cNvPr id="6" name="Footer Placeholder 5">
            <a:extLst>
              <a:ext uri="{FF2B5EF4-FFF2-40B4-BE49-F238E27FC236}">
                <a16:creationId xmlns:a16="http://schemas.microsoft.com/office/drawing/2014/main" id="{88D2788E-7D5F-8F43-8C7B-459E50A073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3CBD40-5C7A-2640-81F2-C8025BC9EDED}"/>
              </a:ext>
            </a:extLst>
          </p:cNvPr>
          <p:cNvSpPr>
            <a:spLocks noGrp="1"/>
          </p:cNvSpPr>
          <p:nvPr>
            <p:ph type="sldNum" sz="quarter" idx="12"/>
          </p:nvPr>
        </p:nvSpPr>
        <p:spPr/>
        <p:txBody>
          <a:bodyPr/>
          <a:lstStyle/>
          <a:p>
            <a:fld id="{A56922CC-5BFA-F246-A247-DAD0197D44F9}" type="slidenum">
              <a:rPr lang="en-US" smtClean="0"/>
              <a:t>‹#›</a:t>
            </a:fld>
            <a:endParaRPr lang="en-US"/>
          </a:p>
        </p:txBody>
      </p:sp>
    </p:spTree>
    <p:extLst>
      <p:ext uri="{BB962C8B-B14F-4D97-AF65-F5344CB8AC3E}">
        <p14:creationId xmlns:p14="http://schemas.microsoft.com/office/powerpoint/2010/main" val="14031262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5F884-24CF-5940-8EEC-682957D3DB8C}"/>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64755768-98F6-284E-81E3-A2555D206744}"/>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5D9012EB-75C2-F047-BF98-DC6F4AF46B73}"/>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431364E5-1AB7-8D49-92CD-9336FE72FD28}"/>
              </a:ext>
            </a:extLst>
          </p:cNvPr>
          <p:cNvSpPr>
            <a:spLocks noGrp="1"/>
          </p:cNvSpPr>
          <p:nvPr>
            <p:ph type="dt" sz="half" idx="10"/>
          </p:nvPr>
        </p:nvSpPr>
        <p:spPr/>
        <p:txBody>
          <a:bodyPr/>
          <a:lstStyle/>
          <a:p>
            <a:fld id="{43383C6B-AB75-7E4F-9D66-1AA09E619BC3}" type="datetimeFigureOut">
              <a:rPr lang="en-US" smtClean="0"/>
              <a:t>3/23/26</a:t>
            </a:fld>
            <a:endParaRPr lang="en-US"/>
          </a:p>
        </p:txBody>
      </p:sp>
      <p:sp>
        <p:nvSpPr>
          <p:cNvPr id="6" name="Footer Placeholder 5">
            <a:extLst>
              <a:ext uri="{FF2B5EF4-FFF2-40B4-BE49-F238E27FC236}">
                <a16:creationId xmlns:a16="http://schemas.microsoft.com/office/drawing/2014/main" id="{B4EEBC88-B9AD-EE49-93CC-6663168B59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56F536-1D86-0848-8402-CA061D03E405}"/>
              </a:ext>
            </a:extLst>
          </p:cNvPr>
          <p:cNvSpPr>
            <a:spLocks noGrp="1"/>
          </p:cNvSpPr>
          <p:nvPr>
            <p:ph type="sldNum" sz="quarter" idx="12"/>
          </p:nvPr>
        </p:nvSpPr>
        <p:spPr/>
        <p:txBody>
          <a:bodyPr/>
          <a:lstStyle/>
          <a:p>
            <a:fld id="{A56922CC-5BFA-F246-A247-DAD0197D44F9}" type="slidenum">
              <a:rPr lang="en-US" smtClean="0"/>
              <a:t>‹#›</a:t>
            </a:fld>
            <a:endParaRPr lang="en-US"/>
          </a:p>
        </p:txBody>
      </p:sp>
    </p:spTree>
    <p:extLst>
      <p:ext uri="{BB962C8B-B14F-4D97-AF65-F5344CB8AC3E}">
        <p14:creationId xmlns:p14="http://schemas.microsoft.com/office/powerpoint/2010/main" val="1657291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CE3C4-B6F5-384A-9A83-758368D1A00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CB28BA3-0D65-A94C-B900-72B43EA8086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87591E-249B-0D40-9EA8-5A577E9AF501}"/>
              </a:ext>
            </a:extLst>
          </p:cNvPr>
          <p:cNvSpPr>
            <a:spLocks noGrp="1"/>
          </p:cNvSpPr>
          <p:nvPr>
            <p:ph type="dt" sz="half" idx="10"/>
          </p:nvPr>
        </p:nvSpPr>
        <p:spPr/>
        <p:txBody>
          <a:bodyPr/>
          <a:lstStyle/>
          <a:p>
            <a:fld id="{43383C6B-AB75-7E4F-9D66-1AA09E619BC3}" type="datetimeFigureOut">
              <a:rPr lang="en-US" smtClean="0"/>
              <a:t>3/23/26</a:t>
            </a:fld>
            <a:endParaRPr lang="en-US"/>
          </a:p>
        </p:txBody>
      </p:sp>
      <p:sp>
        <p:nvSpPr>
          <p:cNvPr id="5" name="Footer Placeholder 4">
            <a:extLst>
              <a:ext uri="{FF2B5EF4-FFF2-40B4-BE49-F238E27FC236}">
                <a16:creationId xmlns:a16="http://schemas.microsoft.com/office/drawing/2014/main" id="{BF3B63AA-1BF9-7042-A761-4B84532FC3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AA0C38-4E0B-6845-B3A1-5E1AAE81977C}"/>
              </a:ext>
            </a:extLst>
          </p:cNvPr>
          <p:cNvSpPr>
            <a:spLocks noGrp="1"/>
          </p:cNvSpPr>
          <p:nvPr>
            <p:ph type="sldNum" sz="quarter" idx="12"/>
          </p:nvPr>
        </p:nvSpPr>
        <p:spPr/>
        <p:txBody>
          <a:bodyPr/>
          <a:lstStyle/>
          <a:p>
            <a:fld id="{A56922CC-5BFA-F246-A247-DAD0197D44F9}" type="slidenum">
              <a:rPr lang="en-US" smtClean="0"/>
              <a:t>‹#›</a:t>
            </a:fld>
            <a:endParaRPr lang="en-US"/>
          </a:p>
        </p:txBody>
      </p:sp>
    </p:spTree>
    <p:extLst>
      <p:ext uri="{BB962C8B-B14F-4D97-AF65-F5344CB8AC3E}">
        <p14:creationId xmlns:p14="http://schemas.microsoft.com/office/powerpoint/2010/main" val="1297988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F567F14-9B6A-1A48-B954-4AF0A89034FE}"/>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7183627-2162-9146-A267-0E94ED1F32D8}"/>
              </a:ext>
            </a:extLst>
          </p:cNvPr>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D02793-ACC0-AB4B-8B96-6A2D739551AC}"/>
              </a:ext>
            </a:extLst>
          </p:cNvPr>
          <p:cNvSpPr>
            <a:spLocks noGrp="1"/>
          </p:cNvSpPr>
          <p:nvPr>
            <p:ph type="dt" sz="half" idx="10"/>
          </p:nvPr>
        </p:nvSpPr>
        <p:spPr/>
        <p:txBody>
          <a:bodyPr/>
          <a:lstStyle/>
          <a:p>
            <a:fld id="{43383C6B-AB75-7E4F-9D66-1AA09E619BC3}" type="datetimeFigureOut">
              <a:rPr lang="en-US" smtClean="0"/>
              <a:t>3/23/26</a:t>
            </a:fld>
            <a:endParaRPr lang="en-US"/>
          </a:p>
        </p:txBody>
      </p:sp>
      <p:sp>
        <p:nvSpPr>
          <p:cNvPr id="5" name="Footer Placeholder 4">
            <a:extLst>
              <a:ext uri="{FF2B5EF4-FFF2-40B4-BE49-F238E27FC236}">
                <a16:creationId xmlns:a16="http://schemas.microsoft.com/office/drawing/2014/main" id="{193F1BFF-2424-B94A-87F6-E538CEBBD4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14D98E-F1DA-C943-BF30-9C648662EF81}"/>
              </a:ext>
            </a:extLst>
          </p:cNvPr>
          <p:cNvSpPr>
            <a:spLocks noGrp="1"/>
          </p:cNvSpPr>
          <p:nvPr>
            <p:ph type="sldNum" sz="quarter" idx="12"/>
          </p:nvPr>
        </p:nvSpPr>
        <p:spPr/>
        <p:txBody>
          <a:bodyPr/>
          <a:lstStyle/>
          <a:p>
            <a:fld id="{A56922CC-5BFA-F246-A247-DAD0197D44F9}" type="slidenum">
              <a:rPr lang="en-US" smtClean="0"/>
              <a:t>‹#›</a:t>
            </a:fld>
            <a:endParaRPr lang="en-US"/>
          </a:p>
        </p:txBody>
      </p:sp>
    </p:spTree>
    <p:extLst>
      <p:ext uri="{BB962C8B-B14F-4D97-AF65-F5344CB8AC3E}">
        <p14:creationId xmlns:p14="http://schemas.microsoft.com/office/powerpoint/2010/main" val="3248979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ext Quota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7463"/>
            <a:ext cx="8229600" cy="4525963"/>
          </a:xfrm>
        </p:spPr>
        <p:txBody>
          <a:bodyPr>
            <a:normAutofit/>
          </a:bodyPr>
          <a:lstStyle>
            <a:lvl1pPr marL="0" indent="0">
              <a:spcAft>
                <a:spcPts val="600"/>
              </a:spcAft>
              <a:buFontTx/>
              <a:buNone/>
              <a:tabLst>
                <a:tab pos="5013325" algn="l"/>
              </a:tabLst>
              <a:defRPr sz="2400" baseline="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CA" dirty="0"/>
              <a:t>Click to edit Master text styles</a:t>
            </a:r>
          </a:p>
        </p:txBody>
      </p:sp>
      <p:sp>
        <p:nvSpPr>
          <p:cNvPr id="4" name="Date Placeholder 3"/>
          <p:cNvSpPr>
            <a:spLocks noGrp="1"/>
          </p:cNvSpPr>
          <p:nvPr>
            <p:ph type="dt" sz="half" idx="10"/>
          </p:nvPr>
        </p:nvSpPr>
        <p:spPr/>
        <p:txBody>
          <a:bodyPr/>
          <a:lstStyle/>
          <a:p>
            <a:fld id="{FD07C4A4-799F-6441-8C8C-01403120B3DF}" type="datetimeFigureOut">
              <a:rPr lang="en-US" smtClean="0"/>
              <a:pPr/>
              <a:t>3/23/26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EF31AE-2C57-E94D-9ED6-6FEF10F91570}" type="slidenum">
              <a:rPr lang="en-US" smtClean="0"/>
              <a:pPr/>
              <a:t>‹#›</a:t>
            </a:fld>
            <a:endParaRPr lang="en-US"/>
          </a:p>
        </p:txBody>
      </p:sp>
    </p:spTree>
    <p:extLst>
      <p:ext uri="{BB962C8B-B14F-4D97-AF65-F5344CB8AC3E}">
        <p14:creationId xmlns:p14="http://schemas.microsoft.com/office/powerpoint/2010/main" val="27952471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6D60F8-8A80-944A-8D2F-BB704A700CC5}"/>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B507C93-716A-1E43-AE20-008BEBA80D9F}"/>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0CE86B-D72B-AE41-A08B-FC5728A0C52E}"/>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43383C6B-AB75-7E4F-9D66-1AA09E619BC3}" type="datetimeFigureOut">
              <a:rPr lang="en-US" smtClean="0"/>
              <a:t>3/23/26</a:t>
            </a:fld>
            <a:endParaRPr lang="en-US"/>
          </a:p>
        </p:txBody>
      </p:sp>
      <p:sp>
        <p:nvSpPr>
          <p:cNvPr id="5" name="Footer Placeholder 4">
            <a:extLst>
              <a:ext uri="{FF2B5EF4-FFF2-40B4-BE49-F238E27FC236}">
                <a16:creationId xmlns:a16="http://schemas.microsoft.com/office/drawing/2014/main" id="{BFB99E18-AF3D-1645-9613-08688CBFE0F4}"/>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EF9D82E-DB44-314E-93BE-291C2C790A30}"/>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56922CC-5BFA-F246-A247-DAD0197D44F9}" type="slidenum">
              <a:rPr lang="en-US" smtClean="0"/>
              <a:t>‹#›</a:t>
            </a:fld>
            <a:endParaRPr lang="en-US"/>
          </a:p>
        </p:txBody>
      </p:sp>
    </p:spTree>
    <p:extLst>
      <p:ext uri="{BB962C8B-B14F-4D97-AF65-F5344CB8AC3E}">
        <p14:creationId xmlns:p14="http://schemas.microsoft.com/office/powerpoint/2010/main" val="244403142"/>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wav"/><Relationship Id="rId1" Type="http://schemas.microsoft.com/office/2007/relationships/media" Target="../media/media1.wav"/><Relationship Id="rId5" Type="http://schemas.openxmlformats.org/officeDocument/2006/relationships/image" Target="../media/image2.png"/><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jpg"/></Relationships>
</file>

<file path=ppt/slides/_rels/slide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68096"/>
            <a:ext cx="7772400" cy="1550198"/>
          </a:xfrm>
        </p:spPr>
        <p:txBody>
          <a:bodyPr>
            <a:normAutofit/>
          </a:bodyPr>
          <a:lstStyle/>
          <a:p>
            <a:r>
              <a:rPr lang="en-US" b="1" dirty="0"/>
              <a:t>Crime and Punishment in Ancient Greece and Rome</a:t>
            </a:r>
            <a:endParaRPr lang="en-US" dirty="0"/>
          </a:p>
        </p:txBody>
      </p:sp>
      <p:sp>
        <p:nvSpPr>
          <p:cNvPr id="6" name="Rectangle 5"/>
          <p:cNvSpPr/>
          <p:nvPr/>
        </p:nvSpPr>
        <p:spPr>
          <a:xfrm>
            <a:off x="2197991" y="5402373"/>
            <a:ext cx="4782683" cy="830997"/>
          </a:xfrm>
          <a:prstGeom prst="rect">
            <a:avLst/>
          </a:prstGeom>
        </p:spPr>
        <p:txBody>
          <a:bodyPr wrap="square">
            <a:spAutoFit/>
          </a:bodyPr>
          <a:lstStyle/>
          <a:p>
            <a:pPr algn="ctr"/>
            <a:r>
              <a:rPr lang="en-US" sz="2400" b="1" dirty="0"/>
              <a:t>The University of Western Ontario</a:t>
            </a:r>
            <a:endParaRPr lang="en-US" sz="2400" dirty="0"/>
          </a:p>
          <a:p>
            <a:pPr algn="ctr"/>
            <a:r>
              <a:rPr lang="en-US" sz="2400" dirty="0"/>
              <a:t>Debra Nousek</a:t>
            </a:r>
          </a:p>
        </p:txBody>
      </p:sp>
      <p:pic>
        <p:nvPicPr>
          <p:cNvPr id="7" name="Picture 6" descr="500px-Maccari-Cicero"/>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1562620" y="1646584"/>
            <a:ext cx="6018760" cy="3755789"/>
          </a:xfrm>
          <a:prstGeom prst="rect">
            <a:avLst/>
          </a:prstGeom>
          <a:noFill/>
          <a:extLst>
            <a:ext uri="{909E8E84-426E-40dd-AFC4-6F175D3DCCD1}">
              <a14:hiddenFill xmlns="" xmlns:a14="http://schemas.microsoft.com/office/drawing/2010/main">
                <a:solidFill>
                  <a:srgbClr val="FFFFFF"/>
                </a:solidFill>
              </a14:hiddenFill>
            </a:ext>
          </a:extLst>
        </p:spPr>
      </p:pic>
      <p:pic>
        <p:nvPicPr>
          <p:cNvPr id="5" name="doink_doink.wav">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279190" y="5855071"/>
            <a:ext cx="360101" cy="360101"/>
          </a:xfrm>
          <a:prstGeom prst="rect">
            <a:avLst/>
          </a:prstGeom>
        </p:spPr>
      </p:pic>
    </p:spTree>
    <p:extLst>
      <p:ext uri="{BB962C8B-B14F-4D97-AF65-F5344CB8AC3E}">
        <p14:creationId xmlns:p14="http://schemas.microsoft.com/office/powerpoint/2010/main" val="160472707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314" fill="hold"/>
                                        <p:tgtEl>
                                          <p:spTgt spid="5"/>
                                        </p:tgtEl>
                                      </p:cBhvr>
                                    </p:cmd>
                                  </p:childTnLst>
                                </p:cTn>
                              </p:par>
                            </p:childTnLst>
                          </p:cTn>
                        </p:par>
                      </p:childTnLst>
                    </p:cTn>
                  </p:par>
                </p:childTnLst>
              </p:cTn>
              <p:nextCondLst>
                <p:cond evt="onClick" delay="0">
                  <p:tgtEl>
                    <p:spTgt spid="5"/>
                  </p:tgtEl>
                </p:cond>
              </p:nextCondLst>
            </p:seq>
            <p:audio>
              <p:cMediaNode vol="19697">
                <p:cTn id="7" fill="hold" display="0">
                  <p:stCondLst>
                    <p:cond delay="indefinite"/>
                  </p:stCondLst>
                  <p:endCondLst>
                    <p:cond evt="onStopAudio" delay="0">
                      <p:tgtEl>
                        <p:sldTgt/>
                      </p:tgtEl>
                    </p:cond>
                  </p:endCondLst>
                </p:cTn>
                <p:tgtEl>
                  <p:spTgt spid="5"/>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5818" y="0"/>
            <a:ext cx="7472363"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0"/>
            <a:ext cx="7461504"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ctrTitle"/>
          </p:nvPr>
        </p:nvSpPr>
        <p:spPr>
          <a:xfrm>
            <a:off x="1143002" y="1999615"/>
            <a:ext cx="6858000" cy="2764028"/>
          </a:xfrm>
        </p:spPr>
        <p:txBody>
          <a:bodyPr anchor="ctr">
            <a:normAutofit/>
          </a:bodyPr>
          <a:lstStyle/>
          <a:p>
            <a:r>
              <a:rPr lang="en-US" sz="6300"/>
              <a:t>‘The Five Things’</a:t>
            </a:r>
          </a:p>
        </p:txBody>
      </p:sp>
      <p:sp>
        <p:nvSpPr>
          <p:cNvPr id="5" name="Text Placeholder 4">
            <a:extLst>
              <a:ext uri="{FF2B5EF4-FFF2-40B4-BE49-F238E27FC236}">
                <a16:creationId xmlns:a16="http://schemas.microsoft.com/office/drawing/2014/main" id="{37053714-FF0D-8740-8836-A8608739D0CF}"/>
              </a:ext>
            </a:extLst>
          </p:cNvPr>
          <p:cNvSpPr>
            <a:spLocks noGrp="1"/>
          </p:cNvSpPr>
          <p:nvPr>
            <p:ph type="subTitle" idx="1"/>
          </p:nvPr>
        </p:nvSpPr>
        <p:spPr>
          <a:xfrm>
            <a:off x="1475184" y="5645150"/>
            <a:ext cx="6193632" cy="631825"/>
          </a:xfrm>
        </p:spPr>
        <p:txBody>
          <a:bodyPr anchor="ctr">
            <a:normAutofit/>
          </a:bodyPr>
          <a:lstStyle/>
          <a:p>
            <a:r>
              <a:rPr lang="en-US" sz="2400"/>
              <a:t>Author | Title |Date |Location | Language</a:t>
            </a:r>
          </a:p>
          <a:p>
            <a:endParaRPr lang="en-US" sz="2400"/>
          </a:p>
        </p:txBody>
      </p:sp>
      <p:sp>
        <p:nvSpPr>
          <p:cNvPr id="16" name="Rectangle 15">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88920" y="5524786"/>
            <a:ext cx="356616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Rectangle 3">
            <a:extLst>
              <a:ext uri="{FF2B5EF4-FFF2-40B4-BE49-F238E27FC236}">
                <a16:creationId xmlns:a16="http://schemas.microsoft.com/office/drawing/2014/main" id="{1E6A09C6-A7A7-A94B-A9B9-552140C9DD83}"/>
              </a:ext>
            </a:extLst>
          </p:cNvPr>
          <p:cNvSpPr/>
          <p:nvPr/>
        </p:nvSpPr>
        <p:spPr>
          <a:xfrm>
            <a:off x="-1" y="6583680"/>
            <a:ext cx="4055165" cy="276999"/>
          </a:xfrm>
          <a:prstGeom prst="rect">
            <a:avLst/>
          </a:prstGeom>
          <a:solidFill>
            <a:schemeClr val="bg1"/>
          </a:solidFill>
        </p:spPr>
        <p:txBody>
          <a:bodyPr wrap="square">
            <a:spAutoFit/>
          </a:bodyPr>
          <a:lstStyle/>
          <a:p>
            <a:pPr>
              <a:spcAft>
                <a:spcPts val="600"/>
              </a:spcAft>
            </a:pPr>
            <a:r>
              <a:rPr lang="en-US" sz="1200" i="1" dirty="0"/>
              <a:t>CS 2301 Lecture Week 9: Criminals and Enemy Combatants</a:t>
            </a:r>
            <a:endParaRPr lang="en-US" sz="1200" i="1"/>
          </a:p>
        </p:txBody>
      </p:sp>
    </p:spTree>
    <p:extLst>
      <p:ext uri="{BB962C8B-B14F-4D97-AF65-F5344CB8AC3E}">
        <p14:creationId xmlns:p14="http://schemas.microsoft.com/office/powerpoint/2010/main" val="2949176923"/>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accel="50000" fill="hold" grpId="0" nodeType="clickEffect" p14:presetBounceEnd="50000">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14:bounceEnd="50000">
                                          <p:cBhvr additive="base">
                                            <p:cTn id="7" dur="1000" fill="hold"/>
                                            <p:tgtEl>
                                              <p:spTgt spid="2"/>
                                            </p:tgtEl>
                                            <p:attrNameLst>
                                              <p:attrName>ppt_x</p:attrName>
                                            </p:attrNameLst>
                                          </p:cBhvr>
                                          <p:tavLst>
                                            <p:tav tm="0">
                                              <p:val>
                                                <p:strVal val="0-#ppt_w/2"/>
                                              </p:val>
                                            </p:tav>
                                            <p:tav tm="100000">
                                              <p:val>
                                                <p:strVal val="#ppt_x"/>
                                              </p:val>
                                            </p:tav>
                                          </p:tavLst>
                                        </p:anim>
                                        <p:anim calcmode="lin" valueType="num" p14:bounceEnd="50000">
                                          <p:cBhvr additive="base">
                                            <p:cTn id="8" dur="10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mc:Choice>
    <mc:Fallback xmlns="">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accel="5000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0-#ppt_w/2"/>
                                              </p:val>
                                            </p:tav>
                                            <p:tav tm="100000">
                                              <p:val>
                                                <p:strVal val="#ppt_x"/>
                                              </p:val>
                                            </p:tav>
                                          </p:tavLst>
                                        </p:anim>
                                        <p:anim calcmode="lin" valueType="num">
                                          <p:cBhvr additive="base">
                                            <p:cTn id="8" dur="10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BB488-B7EE-43C8-5A24-25BC0FCCC563}"/>
              </a:ext>
            </a:extLst>
          </p:cNvPr>
          <p:cNvSpPr>
            <a:spLocks noGrp="1"/>
          </p:cNvSpPr>
          <p:nvPr>
            <p:ph type="title"/>
          </p:nvPr>
        </p:nvSpPr>
        <p:spPr/>
        <p:txBody>
          <a:bodyPr>
            <a:normAutofit/>
          </a:bodyPr>
          <a:lstStyle/>
          <a:p>
            <a:r>
              <a:rPr lang="en-CA" sz="4000" dirty="0"/>
              <a:t>The Five Things:</a:t>
            </a:r>
          </a:p>
        </p:txBody>
      </p:sp>
      <p:sp>
        <p:nvSpPr>
          <p:cNvPr id="3" name="Content Placeholder 2">
            <a:extLst>
              <a:ext uri="{FF2B5EF4-FFF2-40B4-BE49-F238E27FC236}">
                <a16:creationId xmlns:a16="http://schemas.microsoft.com/office/drawing/2014/main" id="{D25C27AC-5DA5-AB5C-9629-515D586DEC16}"/>
              </a:ext>
            </a:extLst>
          </p:cNvPr>
          <p:cNvSpPr>
            <a:spLocks noGrp="1"/>
          </p:cNvSpPr>
          <p:nvPr>
            <p:ph sz="half" idx="1"/>
          </p:nvPr>
        </p:nvSpPr>
        <p:spPr>
          <a:xfrm>
            <a:off x="294338" y="1694584"/>
            <a:ext cx="4752528" cy="4351338"/>
          </a:xfrm>
        </p:spPr>
        <p:txBody>
          <a:bodyPr/>
          <a:lstStyle/>
          <a:p>
            <a:pPr marL="0" indent="0">
              <a:buNone/>
            </a:pPr>
            <a:r>
              <a:rPr lang="en-CA" sz="2400" b="1" dirty="0">
                <a:latin typeface="Arial" panose="020B0604020202020204" pitchFamily="34" charset="0"/>
                <a:cs typeface="Arial" panose="020B0604020202020204" pitchFamily="34" charset="0"/>
              </a:rPr>
              <a:t>Author</a:t>
            </a:r>
            <a:r>
              <a:rPr lang="en-CA" sz="2400" dirty="0">
                <a:latin typeface="Arial" panose="020B0604020202020204" pitchFamily="34" charset="0"/>
                <a:cs typeface="Arial" panose="020B0604020202020204" pitchFamily="34" charset="0"/>
              </a:rPr>
              <a:t>: Gaius Sallustius Crispus (= Sallust)</a:t>
            </a:r>
          </a:p>
          <a:p>
            <a:pPr marL="0" indent="0">
              <a:buNone/>
            </a:pPr>
            <a:br>
              <a:rPr lang="en-CA" sz="2400" dirty="0">
                <a:latin typeface="Arial" panose="020B0604020202020204" pitchFamily="34" charset="0"/>
                <a:cs typeface="Arial" panose="020B0604020202020204" pitchFamily="34" charset="0"/>
              </a:rPr>
            </a:br>
            <a:r>
              <a:rPr lang="en-CA" sz="2400" b="1" dirty="0">
                <a:latin typeface="Arial" panose="020B0604020202020204" pitchFamily="34" charset="0"/>
                <a:cs typeface="Arial" panose="020B0604020202020204" pitchFamily="34" charset="0"/>
              </a:rPr>
              <a:t>Title</a:t>
            </a:r>
            <a:r>
              <a:rPr lang="en-CA" sz="2400" dirty="0">
                <a:latin typeface="Arial" panose="020B0604020202020204" pitchFamily="34" charset="0"/>
                <a:cs typeface="Arial" panose="020B0604020202020204" pitchFamily="34" charset="0"/>
              </a:rPr>
              <a:t>: orig. title – unknown. Mod. title is </a:t>
            </a:r>
            <a:r>
              <a:rPr lang="en-CA" sz="2400" i="1" dirty="0">
                <a:latin typeface="Arial" panose="020B0604020202020204" pitchFamily="34" charset="0"/>
                <a:cs typeface="Arial" panose="020B0604020202020204" pitchFamily="34" charset="0"/>
              </a:rPr>
              <a:t>Bellum </a:t>
            </a:r>
            <a:r>
              <a:rPr lang="en-CA" sz="2400" i="1" dirty="0" err="1">
                <a:latin typeface="Arial" panose="020B0604020202020204" pitchFamily="34" charset="0"/>
                <a:cs typeface="Arial" panose="020B0604020202020204" pitchFamily="34" charset="0"/>
              </a:rPr>
              <a:t>Catilinae</a:t>
            </a:r>
            <a:r>
              <a:rPr lang="en-CA" sz="2400" i="1" dirty="0">
                <a:latin typeface="Arial" panose="020B0604020202020204" pitchFamily="34" charset="0"/>
                <a:cs typeface="Arial" panose="020B0604020202020204" pitchFamily="34" charset="0"/>
              </a:rPr>
              <a:t> </a:t>
            </a:r>
            <a:r>
              <a:rPr lang="en-CA" sz="2400" dirty="0">
                <a:latin typeface="Arial" panose="020B0604020202020204" pitchFamily="34" charset="0"/>
                <a:cs typeface="Arial" panose="020B0604020202020204" pitchFamily="34" charset="0"/>
              </a:rPr>
              <a:t>(Eng</a:t>
            </a:r>
            <a:r>
              <a:rPr lang="en-CA" sz="2400" i="1" dirty="0">
                <a:latin typeface="Arial" panose="020B0604020202020204" pitchFamily="34" charset="0"/>
                <a:cs typeface="Arial" panose="020B0604020202020204" pitchFamily="34" charset="0"/>
              </a:rPr>
              <a:t>: Catiline’s War</a:t>
            </a:r>
            <a:r>
              <a:rPr lang="en-CA" sz="2400" dirty="0">
                <a:latin typeface="Arial" panose="020B0604020202020204" pitchFamily="34" charset="0"/>
                <a:cs typeface="Arial" panose="020B0604020202020204" pitchFamily="34" charset="0"/>
              </a:rPr>
              <a:t>)</a:t>
            </a:r>
            <a:br>
              <a:rPr lang="en-CA" sz="2400" dirty="0">
                <a:latin typeface="Arial" panose="020B0604020202020204" pitchFamily="34" charset="0"/>
                <a:cs typeface="Arial" panose="020B0604020202020204" pitchFamily="34" charset="0"/>
              </a:rPr>
            </a:br>
            <a:br>
              <a:rPr lang="en-CA" sz="2400" dirty="0">
                <a:latin typeface="Arial" panose="020B0604020202020204" pitchFamily="34" charset="0"/>
                <a:cs typeface="Arial" panose="020B0604020202020204" pitchFamily="34" charset="0"/>
              </a:rPr>
            </a:br>
            <a:r>
              <a:rPr lang="en-CA" sz="2400" b="1" dirty="0">
                <a:latin typeface="Arial" panose="020B0604020202020204" pitchFamily="34" charset="0"/>
                <a:cs typeface="Arial" panose="020B0604020202020204" pitchFamily="34" charset="0"/>
              </a:rPr>
              <a:t>Date</a:t>
            </a:r>
            <a:r>
              <a:rPr lang="en-CA" sz="2400" dirty="0">
                <a:latin typeface="Arial" panose="020B0604020202020204" pitchFamily="34" charset="0"/>
                <a:cs typeface="Arial" panose="020B0604020202020204" pitchFamily="34" charset="0"/>
              </a:rPr>
              <a:t>: 44–40 BCE</a:t>
            </a:r>
            <a:br>
              <a:rPr lang="en-CA" sz="2400" dirty="0">
                <a:latin typeface="Arial" panose="020B0604020202020204" pitchFamily="34" charset="0"/>
                <a:cs typeface="Arial" panose="020B0604020202020204" pitchFamily="34" charset="0"/>
              </a:rPr>
            </a:br>
            <a:endParaRPr lang="en-CA" sz="2400" dirty="0">
              <a:latin typeface="Arial" panose="020B0604020202020204" pitchFamily="34" charset="0"/>
              <a:cs typeface="Arial" panose="020B0604020202020204" pitchFamily="34" charset="0"/>
            </a:endParaRPr>
          </a:p>
          <a:p>
            <a:pPr marL="0" indent="0">
              <a:buNone/>
            </a:pPr>
            <a:r>
              <a:rPr lang="en-CA" sz="2400" b="1" dirty="0">
                <a:latin typeface="Arial" panose="020B0604020202020204" pitchFamily="34" charset="0"/>
                <a:cs typeface="Arial" panose="020B0604020202020204" pitchFamily="34" charset="0"/>
              </a:rPr>
              <a:t>Location</a:t>
            </a:r>
            <a:r>
              <a:rPr lang="en-CA" sz="2400" dirty="0">
                <a:latin typeface="Arial" panose="020B0604020202020204" pitchFamily="34" charset="0"/>
                <a:cs typeface="Arial" panose="020B0604020202020204" pitchFamily="34" charset="0"/>
              </a:rPr>
              <a:t>: Rome</a:t>
            </a:r>
            <a:br>
              <a:rPr lang="en-CA" sz="2400" dirty="0">
                <a:latin typeface="Arial" panose="020B0604020202020204" pitchFamily="34" charset="0"/>
                <a:cs typeface="Arial" panose="020B0604020202020204" pitchFamily="34" charset="0"/>
              </a:rPr>
            </a:br>
            <a:br>
              <a:rPr lang="en-CA" sz="2400" dirty="0">
                <a:latin typeface="Arial" panose="020B0604020202020204" pitchFamily="34" charset="0"/>
                <a:cs typeface="Arial" panose="020B0604020202020204" pitchFamily="34" charset="0"/>
              </a:rPr>
            </a:br>
            <a:r>
              <a:rPr lang="en-CA" sz="2400" b="1" dirty="0">
                <a:latin typeface="Arial" panose="020B0604020202020204" pitchFamily="34" charset="0"/>
                <a:cs typeface="Arial" panose="020B0604020202020204" pitchFamily="34" charset="0"/>
              </a:rPr>
              <a:t>Language</a:t>
            </a:r>
            <a:r>
              <a:rPr lang="en-CA" sz="2400" dirty="0">
                <a:latin typeface="Arial" panose="020B0604020202020204" pitchFamily="34" charset="0"/>
                <a:cs typeface="Arial" panose="020B0604020202020204" pitchFamily="34" charset="0"/>
              </a:rPr>
              <a:t>: Latin</a:t>
            </a:r>
          </a:p>
          <a:p>
            <a:pPr lvl="1">
              <a:buFont typeface="Wingdings" pitchFamily="2" charset="2"/>
              <a:buChar char="§"/>
            </a:pPr>
            <a:endParaRPr lang="en-CA" dirty="0"/>
          </a:p>
        </p:txBody>
      </p:sp>
      <p:sp>
        <p:nvSpPr>
          <p:cNvPr id="5" name="TextBox 4">
            <a:extLst>
              <a:ext uri="{FF2B5EF4-FFF2-40B4-BE49-F238E27FC236}">
                <a16:creationId xmlns:a16="http://schemas.microsoft.com/office/drawing/2014/main" id="{3FC2CDE5-9002-D955-A2E3-0E0B7DA922C7}"/>
              </a:ext>
            </a:extLst>
          </p:cNvPr>
          <p:cNvSpPr txBox="1"/>
          <p:nvPr/>
        </p:nvSpPr>
        <p:spPr>
          <a:xfrm>
            <a:off x="0" y="6581001"/>
            <a:ext cx="3961182" cy="276999"/>
          </a:xfrm>
          <a:prstGeom prst="rect">
            <a:avLst/>
          </a:prstGeom>
          <a:noFill/>
        </p:spPr>
        <p:txBody>
          <a:bodyPr wrap="square">
            <a:spAutoFit/>
          </a:bodyPr>
          <a:lstStyle/>
          <a:p>
            <a:r>
              <a:rPr lang="en-US" sz="1200" i="1" dirty="0"/>
              <a:t>CS 2301 Lecture Week 9: Criminals and Enemy Combatants</a:t>
            </a:r>
          </a:p>
        </p:txBody>
      </p:sp>
      <p:pic>
        <p:nvPicPr>
          <p:cNvPr id="7" name="Content Placeholder 6">
            <a:extLst>
              <a:ext uri="{FF2B5EF4-FFF2-40B4-BE49-F238E27FC236}">
                <a16:creationId xmlns:a16="http://schemas.microsoft.com/office/drawing/2014/main" id="{61E9FC02-D744-D700-1378-1DBA49A49F8E}"/>
              </a:ext>
            </a:extLst>
          </p:cNvPr>
          <p:cNvPicPr>
            <a:picLocks noGrp="1" noChangeAspect="1"/>
          </p:cNvPicPr>
          <p:nvPr>
            <p:ph sz="half" idx="2"/>
          </p:nvPr>
        </p:nvPicPr>
        <p:blipFill>
          <a:blip r:embed="rId2"/>
          <a:stretch>
            <a:fillRect/>
          </a:stretch>
        </p:blipFill>
        <p:spPr>
          <a:xfrm>
            <a:off x="5386764" y="1661097"/>
            <a:ext cx="3433708" cy="4351338"/>
          </a:xfrm>
          <a:prstGeom prst="rect">
            <a:avLst/>
          </a:prstGeom>
        </p:spPr>
        <p:style>
          <a:lnRef idx="2">
            <a:schemeClr val="dk1"/>
          </a:lnRef>
          <a:fillRef idx="1">
            <a:schemeClr val="lt1"/>
          </a:fillRef>
          <a:effectRef idx="0">
            <a:schemeClr val="dk1"/>
          </a:effectRef>
          <a:fontRef idx="minor">
            <a:schemeClr val="dk1"/>
          </a:fontRef>
        </p:style>
      </p:pic>
      <p:sp>
        <p:nvSpPr>
          <p:cNvPr id="8" name="TextBox 7">
            <a:extLst>
              <a:ext uri="{FF2B5EF4-FFF2-40B4-BE49-F238E27FC236}">
                <a16:creationId xmlns:a16="http://schemas.microsoft.com/office/drawing/2014/main" id="{2A02EE78-641C-9338-51AB-FC3A0C9DB0BD}"/>
              </a:ext>
            </a:extLst>
          </p:cNvPr>
          <p:cNvSpPr txBox="1"/>
          <p:nvPr/>
        </p:nvSpPr>
        <p:spPr>
          <a:xfrm>
            <a:off x="6230366" y="6042598"/>
            <a:ext cx="1746504" cy="369332"/>
          </a:xfrm>
          <a:prstGeom prst="rect">
            <a:avLst/>
          </a:prstGeom>
          <a:noFill/>
        </p:spPr>
        <p:txBody>
          <a:bodyPr wrap="none" rtlCol="0">
            <a:spAutoFit/>
          </a:bodyPr>
          <a:lstStyle/>
          <a:p>
            <a:r>
              <a:rPr lang="en-CA" dirty="0"/>
              <a:t>Statue of Sallust </a:t>
            </a:r>
          </a:p>
        </p:txBody>
      </p:sp>
    </p:spTree>
    <p:extLst>
      <p:ext uri="{BB962C8B-B14F-4D97-AF65-F5344CB8AC3E}">
        <p14:creationId xmlns:p14="http://schemas.microsoft.com/office/powerpoint/2010/main" val="12549360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Text Box 4"/>
          <p:cNvSpPr txBox="1">
            <a:spLocks noChangeArrowheads="1"/>
          </p:cNvSpPr>
          <p:nvPr/>
        </p:nvSpPr>
        <p:spPr bwMode="auto">
          <a:xfrm>
            <a:off x="69858" y="91505"/>
            <a:ext cx="8686800" cy="15696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sz="2400" dirty="0"/>
              <a:t>In the 60s BCE, there was political turmoil in Rome.  The two main factions were the conservative </a:t>
            </a:r>
            <a:r>
              <a:rPr lang="en-US" sz="2400" i="1" dirty="0" err="1">
                <a:solidFill>
                  <a:srgbClr val="0070C0"/>
                </a:solidFill>
              </a:rPr>
              <a:t>optimates</a:t>
            </a:r>
            <a:r>
              <a:rPr lang="en-US" sz="2400" dirty="0"/>
              <a:t> and the radical </a:t>
            </a:r>
            <a:r>
              <a:rPr lang="en-US" sz="2400" i="1" dirty="0" err="1">
                <a:solidFill>
                  <a:srgbClr val="0070C0"/>
                </a:solidFill>
              </a:rPr>
              <a:t>populares</a:t>
            </a:r>
            <a:r>
              <a:rPr lang="en-US" sz="2400" dirty="0"/>
              <a:t>.  Important participants include </a:t>
            </a:r>
            <a:r>
              <a:rPr lang="en-US" sz="2400" dirty="0">
                <a:solidFill>
                  <a:schemeClr val="accent1"/>
                </a:solidFill>
              </a:rPr>
              <a:t>Marcus </a:t>
            </a:r>
            <a:r>
              <a:rPr lang="en-US" sz="2400" dirty="0" err="1">
                <a:solidFill>
                  <a:schemeClr val="accent1"/>
                </a:solidFill>
              </a:rPr>
              <a:t>Tullius</a:t>
            </a:r>
            <a:r>
              <a:rPr lang="en-US" sz="2400" dirty="0">
                <a:solidFill>
                  <a:schemeClr val="accent1"/>
                </a:solidFill>
              </a:rPr>
              <a:t> Cicero</a:t>
            </a:r>
            <a:r>
              <a:rPr lang="en-US" sz="2400" dirty="0"/>
              <a:t>, </a:t>
            </a:r>
            <a:r>
              <a:rPr lang="en-US" sz="2400" dirty="0">
                <a:solidFill>
                  <a:schemeClr val="accent1"/>
                </a:solidFill>
              </a:rPr>
              <a:t>Gaius Julius Caesar</a:t>
            </a:r>
            <a:r>
              <a:rPr lang="en-US" sz="2400" dirty="0"/>
              <a:t>, </a:t>
            </a:r>
            <a:r>
              <a:rPr lang="en-US" sz="2400" dirty="0">
                <a:solidFill>
                  <a:schemeClr val="accent1"/>
                </a:solidFill>
              </a:rPr>
              <a:t>Marcus </a:t>
            </a:r>
            <a:r>
              <a:rPr lang="en-US" sz="2400" dirty="0" err="1">
                <a:solidFill>
                  <a:schemeClr val="accent1"/>
                </a:solidFill>
              </a:rPr>
              <a:t>Porcius</a:t>
            </a:r>
            <a:r>
              <a:rPr lang="en-US" sz="2400" dirty="0">
                <a:solidFill>
                  <a:schemeClr val="accent1"/>
                </a:solidFill>
              </a:rPr>
              <a:t> Cato</a:t>
            </a:r>
            <a:r>
              <a:rPr lang="en-US" sz="2400" dirty="0"/>
              <a:t>, and </a:t>
            </a:r>
            <a:r>
              <a:rPr lang="en-US" sz="2400" dirty="0">
                <a:solidFill>
                  <a:schemeClr val="accent1"/>
                </a:solidFill>
              </a:rPr>
              <a:t>Lucius </a:t>
            </a:r>
            <a:r>
              <a:rPr lang="en-US" sz="2400" dirty="0" err="1">
                <a:solidFill>
                  <a:schemeClr val="accent1"/>
                </a:solidFill>
              </a:rPr>
              <a:t>Sergius</a:t>
            </a:r>
            <a:r>
              <a:rPr lang="en-US" sz="2400" dirty="0">
                <a:solidFill>
                  <a:schemeClr val="accent1"/>
                </a:solidFill>
              </a:rPr>
              <a:t> </a:t>
            </a:r>
            <a:r>
              <a:rPr lang="en-US" sz="2400" dirty="0" err="1">
                <a:solidFill>
                  <a:schemeClr val="accent1"/>
                </a:solidFill>
              </a:rPr>
              <a:t>Catilina</a:t>
            </a:r>
            <a:r>
              <a:rPr lang="en-US" sz="2400" dirty="0"/>
              <a:t>.</a:t>
            </a:r>
          </a:p>
        </p:txBody>
      </p:sp>
      <p:pic>
        <p:nvPicPr>
          <p:cNvPr id="7174" name="Picture 6" descr="cato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6592" y="2488466"/>
            <a:ext cx="2586038" cy="2895600"/>
          </a:xfrm>
          <a:prstGeom prst="rect">
            <a:avLst/>
          </a:prstGeom>
          <a:noFill/>
          <a:extLst>
            <a:ext uri="{909E8E84-426E-40dd-AFC4-6F175D3DCCD1}">
              <a14:hiddenFill xmlns="" xmlns:a14="http://schemas.microsoft.com/office/drawing/2010/main">
                <a:solidFill>
                  <a:srgbClr val="FFFFFF"/>
                </a:solidFill>
              </a14:hiddenFill>
            </a:ext>
          </a:extLst>
        </p:spPr>
      </p:pic>
      <p:pic>
        <p:nvPicPr>
          <p:cNvPr id="7175" name="Picture 7" descr="JuliusCaesa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20195" y="3492878"/>
            <a:ext cx="2212975" cy="2895600"/>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20FE9EA3-5C08-354B-BEAE-39D068FF63F9}"/>
              </a:ext>
            </a:extLst>
          </p:cNvPr>
          <p:cNvSpPr/>
          <p:nvPr/>
        </p:nvSpPr>
        <p:spPr>
          <a:xfrm>
            <a:off x="0" y="6583681"/>
            <a:ext cx="3923928" cy="274320"/>
          </a:xfrm>
          <a:prstGeom prst="rect">
            <a:avLst/>
          </a:prstGeom>
          <a:solidFill>
            <a:schemeClr val="bg1"/>
          </a:solidFill>
        </p:spPr>
        <p:txBody>
          <a:bodyPr wrap="square">
            <a:spAutoFit/>
          </a:bodyPr>
          <a:lstStyle/>
          <a:p>
            <a:r>
              <a:rPr lang="en-US" sz="1200" i="1" dirty="0"/>
              <a:t>CS 2301 Lecture Week 9: Criminals and Enemy Combatants</a:t>
            </a:r>
          </a:p>
        </p:txBody>
      </p:sp>
      <p:sp>
        <p:nvSpPr>
          <p:cNvPr id="2" name="TextBox 1">
            <a:extLst>
              <a:ext uri="{FF2B5EF4-FFF2-40B4-BE49-F238E27FC236}">
                <a16:creationId xmlns:a16="http://schemas.microsoft.com/office/drawing/2014/main" id="{F832EDF4-E3DA-CC66-CCAA-5BCBE08D60E4}"/>
              </a:ext>
            </a:extLst>
          </p:cNvPr>
          <p:cNvSpPr txBox="1"/>
          <p:nvPr/>
        </p:nvSpPr>
        <p:spPr>
          <a:xfrm>
            <a:off x="1475656" y="5384066"/>
            <a:ext cx="1448217" cy="276999"/>
          </a:xfrm>
          <a:prstGeom prst="rect">
            <a:avLst/>
          </a:prstGeom>
          <a:noFill/>
        </p:spPr>
        <p:txBody>
          <a:bodyPr wrap="none" rtlCol="0">
            <a:spAutoFit/>
          </a:bodyPr>
          <a:lstStyle/>
          <a:p>
            <a:r>
              <a:rPr lang="en-CA" sz="1200" dirty="0"/>
              <a:t>Portrait bust of Cato</a:t>
            </a:r>
          </a:p>
        </p:txBody>
      </p:sp>
      <p:sp>
        <p:nvSpPr>
          <p:cNvPr id="3" name="TextBox 2">
            <a:extLst>
              <a:ext uri="{FF2B5EF4-FFF2-40B4-BE49-F238E27FC236}">
                <a16:creationId xmlns:a16="http://schemas.microsoft.com/office/drawing/2014/main" id="{DB3E032B-322E-13BC-3E0E-384BB30A90D4}"/>
              </a:ext>
            </a:extLst>
          </p:cNvPr>
          <p:cNvSpPr txBox="1"/>
          <p:nvPr/>
        </p:nvSpPr>
        <p:spPr>
          <a:xfrm>
            <a:off x="5847055" y="6388478"/>
            <a:ext cx="1959254" cy="276999"/>
          </a:xfrm>
          <a:prstGeom prst="rect">
            <a:avLst/>
          </a:prstGeom>
          <a:noFill/>
        </p:spPr>
        <p:txBody>
          <a:bodyPr wrap="none" rtlCol="0">
            <a:spAutoFit/>
          </a:bodyPr>
          <a:lstStyle/>
          <a:p>
            <a:r>
              <a:rPr lang="en-CA" sz="1200" dirty="0"/>
              <a:t>Portrait bust of Julius Caesar</a:t>
            </a:r>
          </a:p>
        </p:txBody>
      </p:sp>
    </p:spTree>
    <p:extLst>
      <p:ext uri="{BB962C8B-B14F-4D97-AF65-F5344CB8AC3E}">
        <p14:creationId xmlns:p14="http://schemas.microsoft.com/office/powerpoint/2010/main" val="2927782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Text Box 5"/>
          <p:cNvSpPr txBox="1">
            <a:spLocks noChangeArrowheads="1"/>
          </p:cNvSpPr>
          <p:nvPr/>
        </p:nvSpPr>
        <p:spPr bwMode="auto">
          <a:xfrm>
            <a:off x="0" y="33982"/>
            <a:ext cx="9144000" cy="15696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r>
              <a:rPr lang="en-US" sz="2400" dirty="0">
                <a:solidFill>
                  <a:srgbClr val="0070C0"/>
                </a:solidFill>
              </a:rPr>
              <a:t>Lucius </a:t>
            </a:r>
            <a:r>
              <a:rPr lang="en-US" sz="2400" dirty="0" err="1">
                <a:solidFill>
                  <a:srgbClr val="0070C0"/>
                </a:solidFill>
              </a:rPr>
              <a:t>Sergius</a:t>
            </a:r>
            <a:r>
              <a:rPr lang="en-US" sz="2400" dirty="0">
                <a:solidFill>
                  <a:srgbClr val="0070C0"/>
                </a:solidFill>
              </a:rPr>
              <a:t> </a:t>
            </a:r>
            <a:r>
              <a:rPr lang="en-US" sz="2400" dirty="0" err="1">
                <a:solidFill>
                  <a:srgbClr val="0070C0"/>
                </a:solidFill>
              </a:rPr>
              <a:t>Catilina</a:t>
            </a:r>
            <a:r>
              <a:rPr lang="en-US" sz="2400" dirty="0">
                <a:solidFill>
                  <a:srgbClr val="0070C0"/>
                </a:solidFill>
              </a:rPr>
              <a:t> </a:t>
            </a:r>
            <a:r>
              <a:rPr lang="en-US" sz="2400" dirty="0"/>
              <a:t>was a noble patrician and a </a:t>
            </a:r>
            <a:r>
              <a:rPr lang="en-US" sz="2400" i="1" dirty="0" err="1"/>
              <a:t>popularis</a:t>
            </a:r>
            <a:r>
              <a:rPr lang="en-US" sz="2400" dirty="0"/>
              <a:t>.  He was both an excellent general and a charismatic speaker.  He was </a:t>
            </a:r>
            <a:r>
              <a:rPr lang="en-CA" sz="2400" dirty="0"/>
              <a:t>one of the most radical proponents of debt reform, advocating simply abolishing debts</a:t>
            </a:r>
            <a:r>
              <a:rPr lang="en-US" sz="2400" dirty="0"/>
              <a:t>.  </a:t>
            </a:r>
          </a:p>
        </p:txBody>
      </p:sp>
      <p:pic>
        <p:nvPicPr>
          <p:cNvPr id="5" name="Picture 2" descr="500px-Maccari-Cicer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016" y="1603642"/>
            <a:ext cx="7256276" cy="4528017"/>
          </a:xfrm>
          <a:prstGeom prst="rect">
            <a:avLst/>
          </a:prstGeom>
          <a:noFill/>
          <a:ln w="12700">
            <a:solidFill>
              <a:schemeClr val="tx1"/>
            </a:solidFill>
          </a:ln>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EE11D504-307B-294B-92A6-0C08C206D665}"/>
              </a:ext>
            </a:extLst>
          </p:cNvPr>
          <p:cNvSpPr/>
          <p:nvPr/>
        </p:nvSpPr>
        <p:spPr>
          <a:xfrm>
            <a:off x="0" y="6583680"/>
            <a:ext cx="2502568" cy="274320"/>
          </a:xfrm>
          <a:prstGeom prst="rect">
            <a:avLst/>
          </a:prstGeom>
          <a:solidFill>
            <a:schemeClr val="bg1"/>
          </a:solidFill>
        </p:spPr>
        <p:txBody>
          <a:bodyPr wrap="square">
            <a:spAutoFit/>
          </a:bodyPr>
          <a:lstStyle/>
          <a:p>
            <a:r>
              <a:rPr lang="en-US" sz="1200" i="1" dirty="0"/>
              <a:t>CS 2301 Lecture Week 8: Roman Law</a:t>
            </a:r>
          </a:p>
        </p:txBody>
      </p:sp>
      <p:sp>
        <p:nvSpPr>
          <p:cNvPr id="6" name="Rectangle 5">
            <a:extLst>
              <a:ext uri="{FF2B5EF4-FFF2-40B4-BE49-F238E27FC236}">
                <a16:creationId xmlns:a16="http://schemas.microsoft.com/office/drawing/2014/main" id="{17D439C1-1A13-7841-B5E5-04FCC9C048BD}"/>
              </a:ext>
            </a:extLst>
          </p:cNvPr>
          <p:cNvSpPr/>
          <p:nvPr/>
        </p:nvSpPr>
        <p:spPr>
          <a:xfrm>
            <a:off x="0" y="6583681"/>
            <a:ext cx="3923928" cy="274320"/>
          </a:xfrm>
          <a:prstGeom prst="rect">
            <a:avLst/>
          </a:prstGeom>
          <a:solidFill>
            <a:schemeClr val="bg1"/>
          </a:solidFill>
        </p:spPr>
        <p:txBody>
          <a:bodyPr wrap="square">
            <a:spAutoFit/>
          </a:bodyPr>
          <a:lstStyle/>
          <a:p>
            <a:r>
              <a:rPr lang="en-US" sz="1200" i="1" dirty="0"/>
              <a:t>CS 2301 Lecture Week 9: Criminals and Enemy Combatants</a:t>
            </a:r>
          </a:p>
        </p:txBody>
      </p:sp>
    </p:spTree>
    <p:extLst>
      <p:ext uri="{BB962C8B-B14F-4D97-AF65-F5344CB8AC3E}">
        <p14:creationId xmlns:p14="http://schemas.microsoft.com/office/powerpoint/2010/main" val="3911122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ext Box 3"/>
          <p:cNvSpPr txBox="1">
            <a:spLocks noChangeArrowheads="1"/>
          </p:cNvSpPr>
          <p:nvPr/>
        </p:nvSpPr>
        <p:spPr bwMode="auto">
          <a:xfrm>
            <a:off x="0" y="15305"/>
            <a:ext cx="9144000" cy="120032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r>
              <a:rPr lang="en-US" sz="2400" dirty="0"/>
              <a:t>In 64 BCE Catiline ran unsuccessfully for the consulship of 63.  He ran again in 63 for the consulship of 62.  His platform called for the cancellation of debts and redistribution of land.</a:t>
            </a:r>
          </a:p>
        </p:txBody>
      </p:sp>
      <p:pic>
        <p:nvPicPr>
          <p:cNvPr id="4" name="Picture 2" descr="500px-Maccari-Cicer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3862" y="1556792"/>
            <a:ext cx="7256276" cy="4528017"/>
          </a:xfrm>
          <a:prstGeom prst="rect">
            <a:avLst/>
          </a:prstGeom>
          <a:noFill/>
          <a:ln w="12700">
            <a:solidFill>
              <a:schemeClr val="tx1"/>
            </a:solidFill>
          </a:ln>
          <a:extLst>
            <a:ext uri="{909E8E84-426E-40dd-AFC4-6F175D3DCCD1}">
              <a14:hiddenFill xmlns=""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FF09DBEB-51CB-3E46-BBB2-771CDDA84E74}"/>
              </a:ext>
            </a:extLst>
          </p:cNvPr>
          <p:cNvSpPr/>
          <p:nvPr/>
        </p:nvSpPr>
        <p:spPr>
          <a:xfrm>
            <a:off x="0" y="6583681"/>
            <a:ext cx="3923928" cy="274320"/>
          </a:xfrm>
          <a:prstGeom prst="rect">
            <a:avLst/>
          </a:prstGeom>
          <a:solidFill>
            <a:schemeClr val="bg1"/>
          </a:solidFill>
        </p:spPr>
        <p:txBody>
          <a:bodyPr wrap="square">
            <a:spAutoFit/>
          </a:bodyPr>
          <a:lstStyle/>
          <a:p>
            <a:r>
              <a:rPr lang="en-US" sz="1200" i="1" dirty="0"/>
              <a:t>CS 2301 Lecture Week 9: Criminals and Enemy Combatants</a:t>
            </a:r>
          </a:p>
        </p:txBody>
      </p:sp>
    </p:spTree>
    <p:extLst>
      <p:ext uri="{BB962C8B-B14F-4D97-AF65-F5344CB8AC3E}">
        <p14:creationId xmlns:p14="http://schemas.microsoft.com/office/powerpoint/2010/main" val="2780519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ext Box 3"/>
          <p:cNvSpPr txBox="1">
            <a:spLocks noChangeArrowheads="1"/>
          </p:cNvSpPr>
          <p:nvPr/>
        </p:nvSpPr>
        <p:spPr bwMode="auto">
          <a:xfrm>
            <a:off x="0" y="0"/>
            <a:ext cx="9144000" cy="120032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r>
              <a:rPr lang="en-US" sz="2400" dirty="0"/>
              <a:t>Cicero as consul in 63 accused, probably unjustly, </a:t>
            </a:r>
            <a:r>
              <a:rPr lang="en-US" sz="2400" dirty="0" err="1"/>
              <a:t>Catiline</a:t>
            </a:r>
            <a:r>
              <a:rPr lang="en-US" sz="2400" dirty="0"/>
              <a:t> of trying to assassinate him.  He showed up at the consular election wearing a breastplate and Catiline lost the election.</a:t>
            </a:r>
          </a:p>
        </p:txBody>
      </p:sp>
      <p:pic>
        <p:nvPicPr>
          <p:cNvPr id="4" name="Picture 2" descr="500px-Maccari-Cicer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3862" y="1484784"/>
            <a:ext cx="7256276" cy="4528017"/>
          </a:xfrm>
          <a:prstGeom prst="rect">
            <a:avLst/>
          </a:prstGeom>
          <a:noFill/>
          <a:ln w="12700">
            <a:solidFill>
              <a:schemeClr val="tx1"/>
            </a:solidFill>
          </a:ln>
          <a:extLst>
            <a:ext uri="{909E8E84-426E-40dd-AFC4-6F175D3DCCD1}">
              <a14:hiddenFill xmlns=""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530B26F4-9EF0-AA40-91E3-D5767713AEEB}"/>
              </a:ext>
            </a:extLst>
          </p:cNvPr>
          <p:cNvSpPr/>
          <p:nvPr/>
        </p:nvSpPr>
        <p:spPr>
          <a:xfrm>
            <a:off x="0" y="6583681"/>
            <a:ext cx="3923928" cy="274320"/>
          </a:xfrm>
          <a:prstGeom prst="rect">
            <a:avLst/>
          </a:prstGeom>
          <a:solidFill>
            <a:schemeClr val="bg1"/>
          </a:solidFill>
        </p:spPr>
        <p:txBody>
          <a:bodyPr wrap="square">
            <a:spAutoFit/>
          </a:bodyPr>
          <a:lstStyle/>
          <a:p>
            <a:r>
              <a:rPr lang="en-US" sz="1200" i="1" dirty="0"/>
              <a:t>CS 2301 Lecture Week 9: Criminals and Enemy Combatants</a:t>
            </a:r>
          </a:p>
        </p:txBody>
      </p:sp>
    </p:spTree>
    <p:extLst>
      <p:ext uri="{BB962C8B-B14F-4D97-AF65-F5344CB8AC3E}">
        <p14:creationId xmlns:p14="http://schemas.microsoft.com/office/powerpoint/2010/main" val="9661774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ext Box 3"/>
          <p:cNvSpPr txBox="1">
            <a:spLocks noChangeArrowheads="1"/>
          </p:cNvSpPr>
          <p:nvPr/>
        </p:nvSpPr>
        <p:spPr bwMode="auto">
          <a:xfrm>
            <a:off x="0" y="24643"/>
            <a:ext cx="9144000" cy="15696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r>
              <a:rPr lang="en-US" sz="2400" dirty="0"/>
              <a:t>Catiline did not have a client army like </a:t>
            </a:r>
            <a:r>
              <a:rPr lang="en-US" sz="2400" dirty="0">
                <a:solidFill>
                  <a:schemeClr val="accent1"/>
                </a:solidFill>
              </a:rPr>
              <a:t>Gaius Marius </a:t>
            </a:r>
            <a:r>
              <a:rPr lang="en-US" sz="2400" dirty="0"/>
              <a:t>and </a:t>
            </a:r>
            <a:r>
              <a:rPr lang="en-US" sz="2400" dirty="0">
                <a:solidFill>
                  <a:schemeClr val="accent1"/>
                </a:solidFill>
              </a:rPr>
              <a:t>Sulla</a:t>
            </a:r>
            <a:r>
              <a:rPr lang="en-US" sz="2400" dirty="0"/>
              <a:t> had had, but he did have clients placed around Italy campaigning for him, most notably </a:t>
            </a:r>
            <a:r>
              <a:rPr lang="en-US" sz="2400" dirty="0">
                <a:solidFill>
                  <a:srgbClr val="0070C0"/>
                </a:solidFill>
              </a:rPr>
              <a:t>Gaius Manlius</a:t>
            </a:r>
            <a:r>
              <a:rPr lang="en-US" sz="2400" dirty="0"/>
              <a:t>, who was in Etruria where there were a large number of recently evicted farmers and unhappy war veterans.</a:t>
            </a:r>
          </a:p>
        </p:txBody>
      </p:sp>
      <p:pic>
        <p:nvPicPr>
          <p:cNvPr id="3" name="Picture 2">
            <a:extLst>
              <a:ext uri="{FF2B5EF4-FFF2-40B4-BE49-F238E27FC236}">
                <a16:creationId xmlns:a16="http://schemas.microsoft.com/office/drawing/2014/main" id="{C86BDA31-CE65-CC4F-BAC3-E8B5158AE587}"/>
              </a:ext>
            </a:extLst>
          </p:cNvPr>
          <p:cNvPicPr>
            <a:picLocks noChangeAspect="1"/>
          </p:cNvPicPr>
          <p:nvPr/>
        </p:nvPicPr>
        <p:blipFill>
          <a:blip r:embed="rId2"/>
          <a:stretch>
            <a:fillRect/>
          </a:stretch>
        </p:blipFill>
        <p:spPr>
          <a:xfrm>
            <a:off x="4716016" y="1772816"/>
            <a:ext cx="3901665" cy="4741662"/>
          </a:xfrm>
          <a:prstGeom prst="rect">
            <a:avLst/>
          </a:prstGeom>
          <a:ln w="19050">
            <a:solidFill>
              <a:schemeClr val="tx1"/>
            </a:solidFill>
          </a:ln>
        </p:spPr>
      </p:pic>
      <p:sp>
        <p:nvSpPr>
          <p:cNvPr id="4" name="Rectangle 3">
            <a:extLst>
              <a:ext uri="{FF2B5EF4-FFF2-40B4-BE49-F238E27FC236}">
                <a16:creationId xmlns:a16="http://schemas.microsoft.com/office/drawing/2014/main" id="{2BCE9D1E-746C-BB41-96F1-DC3C478CD9FD}"/>
              </a:ext>
            </a:extLst>
          </p:cNvPr>
          <p:cNvSpPr/>
          <p:nvPr/>
        </p:nvSpPr>
        <p:spPr>
          <a:xfrm>
            <a:off x="0" y="6583681"/>
            <a:ext cx="3923928" cy="274320"/>
          </a:xfrm>
          <a:prstGeom prst="rect">
            <a:avLst/>
          </a:prstGeom>
          <a:solidFill>
            <a:schemeClr val="bg1"/>
          </a:solidFill>
        </p:spPr>
        <p:txBody>
          <a:bodyPr wrap="square">
            <a:spAutoFit/>
          </a:bodyPr>
          <a:lstStyle/>
          <a:p>
            <a:r>
              <a:rPr lang="en-US" sz="1200" i="1" dirty="0"/>
              <a:t>CS 2301 Lecture Week 9: Criminals and Enemy Combatants</a:t>
            </a:r>
          </a:p>
        </p:txBody>
      </p:sp>
      <p:sp>
        <p:nvSpPr>
          <p:cNvPr id="2" name="Oval 1">
            <a:extLst>
              <a:ext uri="{FF2B5EF4-FFF2-40B4-BE49-F238E27FC236}">
                <a16:creationId xmlns:a16="http://schemas.microsoft.com/office/drawing/2014/main" id="{9DB41936-AC9E-6014-CBF2-40634D044605}"/>
              </a:ext>
            </a:extLst>
          </p:cNvPr>
          <p:cNvSpPr/>
          <p:nvPr/>
        </p:nvSpPr>
        <p:spPr>
          <a:xfrm>
            <a:off x="5958348" y="3293806"/>
            <a:ext cx="1347020" cy="1376517"/>
          </a:xfrm>
          <a:prstGeom prst="ellipse">
            <a:avLst/>
          </a:prstGeom>
          <a:solidFill>
            <a:schemeClr val="accent3">
              <a:alpha val="18923"/>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TextBox 4">
            <a:extLst>
              <a:ext uri="{FF2B5EF4-FFF2-40B4-BE49-F238E27FC236}">
                <a16:creationId xmlns:a16="http://schemas.microsoft.com/office/drawing/2014/main" id="{0D381C90-3782-7D36-2E4E-911A7D74E10B}"/>
              </a:ext>
            </a:extLst>
          </p:cNvPr>
          <p:cNvSpPr txBox="1"/>
          <p:nvPr/>
        </p:nvSpPr>
        <p:spPr>
          <a:xfrm>
            <a:off x="5454144" y="6556358"/>
            <a:ext cx="2425408" cy="276999"/>
          </a:xfrm>
          <a:prstGeom prst="rect">
            <a:avLst/>
          </a:prstGeom>
          <a:noFill/>
        </p:spPr>
        <p:txBody>
          <a:bodyPr wrap="none" rtlCol="0">
            <a:spAutoFit/>
          </a:bodyPr>
          <a:lstStyle/>
          <a:p>
            <a:r>
              <a:rPr lang="en-CA" sz="1200" dirty="0"/>
              <a:t>Map showing the location of Etruria</a:t>
            </a:r>
          </a:p>
        </p:txBody>
      </p:sp>
    </p:spTree>
    <p:extLst>
      <p:ext uri="{BB962C8B-B14F-4D97-AF65-F5344CB8AC3E}">
        <p14:creationId xmlns:p14="http://schemas.microsoft.com/office/powerpoint/2010/main" val="33407446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ext Box 3"/>
          <p:cNvSpPr txBox="1">
            <a:spLocks noChangeArrowheads="1"/>
          </p:cNvSpPr>
          <p:nvPr/>
        </p:nvSpPr>
        <p:spPr bwMode="auto">
          <a:xfrm>
            <a:off x="0" y="24643"/>
            <a:ext cx="9144000" cy="15696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r>
              <a:rPr lang="en-US" sz="2400" dirty="0"/>
              <a:t>After losing the election in July of 63, </a:t>
            </a:r>
            <a:r>
              <a:rPr lang="en-US" sz="2400" dirty="0" err="1"/>
              <a:t>Catiline</a:t>
            </a:r>
            <a:r>
              <a:rPr lang="en-US" sz="2400" dirty="0"/>
              <a:t> was getting serious about his plans to overthrow the government.  On October 21</a:t>
            </a:r>
            <a:r>
              <a:rPr lang="en-US" sz="2400" baseline="30000" dirty="0"/>
              <a:t>st</a:t>
            </a:r>
            <a:r>
              <a:rPr lang="en-US" sz="2400" dirty="0"/>
              <a:t>, the senate passed the so-called </a:t>
            </a:r>
            <a:r>
              <a:rPr lang="en-US" sz="2400" i="1" dirty="0" err="1">
                <a:solidFill>
                  <a:srgbClr val="0070C0"/>
                </a:solidFill>
              </a:rPr>
              <a:t>senatus</a:t>
            </a:r>
            <a:r>
              <a:rPr lang="en-US" sz="2400" i="1" dirty="0">
                <a:solidFill>
                  <a:srgbClr val="0070C0"/>
                </a:solidFill>
              </a:rPr>
              <a:t> </a:t>
            </a:r>
            <a:r>
              <a:rPr lang="en-US" sz="2400" i="1" dirty="0" err="1">
                <a:solidFill>
                  <a:srgbClr val="0070C0"/>
                </a:solidFill>
              </a:rPr>
              <a:t>consultum</a:t>
            </a:r>
            <a:r>
              <a:rPr lang="en-US" sz="2400" i="1" dirty="0">
                <a:solidFill>
                  <a:srgbClr val="0070C0"/>
                </a:solidFill>
              </a:rPr>
              <a:t> </a:t>
            </a:r>
            <a:r>
              <a:rPr lang="en-US" sz="2400" i="1" dirty="0" err="1">
                <a:solidFill>
                  <a:srgbClr val="0070C0"/>
                </a:solidFill>
              </a:rPr>
              <a:t>ultimum</a:t>
            </a:r>
            <a:r>
              <a:rPr lang="en-US" sz="2400" dirty="0"/>
              <a:t>, advising the consuls to take extraordinary measures to ensure the safety of the state.</a:t>
            </a:r>
          </a:p>
        </p:txBody>
      </p:sp>
      <p:pic>
        <p:nvPicPr>
          <p:cNvPr id="4" name="Picture 2" descr="500px-Maccari-Cicer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3862" y="2077589"/>
            <a:ext cx="6652474" cy="4151236"/>
          </a:xfrm>
          <a:prstGeom prst="rect">
            <a:avLst/>
          </a:prstGeom>
          <a:noFill/>
          <a:ln w="12700">
            <a:solidFill>
              <a:schemeClr val="tx1"/>
            </a:solidFill>
          </a:ln>
          <a:extLst>
            <a:ext uri="{909E8E84-426E-40dd-AFC4-6F175D3DCCD1}">
              <a14:hiddenFill xmlns=""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1A1677C2-C278-4D43-A2FE-41B9E6F09EC8}"/>
              </a:ext>
            </a:extLst>
          </p:cNvPr>
          <p:cNvSpPr/>
          <p:nvPr/>
        </p:nvSpPr>
        <p:spPr>
          <a:xfrm>
            <a:off x="0" y="6583681"/>
            <a:ext cx="3923928" cy="274320"/>
          </a:xfrm>
          <a:prstGeom prst="rect">
            <a:avLst/>
          </a:prstGeom>
          <a:solidFill>
            <a:schemeClr val="bg1"/>
          </a:solidFill>
        </p:spPr>
        <p:txBody>
          <a:bodyPr wrap="square">
            <a:spAutoFit/>
          </a:bodyPr>
          <a:lstStyle/>
          <a:p>
            <a:r>
              <a:rPr lang="en-US" sz="1200" i="1" dirty="0"/>
              <a:t>CS 2301 Lecture Week 9: Criminals and Enemy Combatants</a:t>
            </a:r>
          </a:p>
        </p:txBody>
      </p:sp>
    </p:spTree>
    <p:extLst>
      <p:ext uri="{BB962C8B-B14F-4D97-AF65-F5344CB8AC3E}">
        <p14:creationId xmlns:p14="http://schemas.microsoft.com/office/powerpoint/2010/main" val="16973189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ext Box 3"/>
          <p:cNvSpPr txBox="1">
            <a:spLocks noChangeArrowheads="1"/>
          </p:cNvSpPr>
          <p:nvPr/>
        </p:nvSpPr>
        <p:spPr bwMode="auto">
          <a:xfrm>
            <a:off x="0" y="0"/>
            <a:ext cx="9144000" cy="120032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r>
              <a:rPr lang="en-US" sz="2400" dirty="0"/>
              <a:t>On November 7</a:t>
            </a:r>
            <a:r>
              <a:rPr lang="en-US" sz="2400" baseline="30000" dirty="0"/>
              <a:t>th</a:t>
            </a:r>
            <a:r>
              <a:rPr lang="en-US" sz="2400" dirty="0"/>
              <a:t> </a:t>
            </a:r>
            <a:r>
              <a:rPr lang="en-US" sz="2400" dirty="0" err="1"/>
              <a:t>Catiline</a:t>
            </a:r>
            <a:r>
              <a:rPr lang="en-US" sz="2400" dirty="0"/>
              <a:t> had organized his supporters to assassinate Cicero, set fire to Rome, and incite riots and slave revolts in Italy.  Cicero was tipped off and managed to prevent the assassination and arson.</a:t>
            </a:r>
          </a:p>
        </p:txBody>
      </p:sp>
      <p:pic>
        <p:nvPicPr>
          <p:cNvPr id="5" name="Picture 2" descr="500px-Maccari-Cicer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3862" y="1628800"/>
            <a:ext cx="7256276" cy="4528017"/>
          </a:xfrm>
          <a:prstGeom prst="rect">
            <a:avLst/>
          </a:prstGeom>
          <a:noFill/>
          <a:ln w="12700">
            <a:solidFill>
              <a:schemeClr val="tx1"/>
            </a:solidFill>
          </a:ln>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48396A18-4AA7-5248-8A69-382B7FAEBBEB}"/>
              </a:ext>
            </a:extLst>
          </p:cNvPr>
          <p:cNvSpPr/>
          <p:nvPr/>
        </p:nvSpPr>
        <p:spPr>
          <a:xfrm>
            <a:off x="0" y="6583681"/>
            <a:ext cx="3923928" cy="274320"/>
          </a:xfrm>
          <a:prstGeom prst="rect">
            <a:avLst/>
          </a:prstGeom>
          <a:solidFill>
            <a:schemeClr val="bg1"/>
          </a:solidFill>
        </p:spPr>
        <p:txBody>
          <a:bodyPr wrap="square">
            <a:spAutoFit/>
          </a:bodyPr>
          <a:lstStyle/>
          <a:p>
            <a:r>
              <a:rPr lang="en-US" sz="1200" i="1" dirty="0"/>
              <a:t>CS 2301 Lecture Week 9: Criminals and Enemy Combatants</a:t>
            </a:r>
          </a:p>
        </p:txBody>
      </p:sp>
    </p:spTree>
    <p:extLst>
      <p:ext uri="{BB962C8B-B14F-4D97-AF65-F5344CB8AC3E}">
        <p14:creationId xmlns:p14="http://schemas.microsoft.com/office/powerpoint/2010/main" val="4303192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Text Box 3"/>
          <p:cNvSpPr txBox="1">
            <a:spLocks noChangeArrowheads="1"/>
          </p:cNvSpPr>
          <p:nvPr/>
        </p:nvSpPr>
        <p:spPr bwMode="auto">
          <a:xfrm>
            <a:off x="0" y="0"/>
            <a:ext cx="9144000" cy="120032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r>
              <a:rPr lang="en-US" sz="2400" dirty="0"/>
              <a:t>On November 8</a:t>
            </a:r>
            <a:r>
              <a:rPr lang="en-US" sz="2400" baseline="30000" dirty="0"/>
              <a:t>th</a:t>
            </a:r>
            <a:r>
              <a:rPr lang="en-US" sz="2400" dirty="0"/>
              <a:t> Cicero convened the senate and delivered a scathing speech.  </a:t>
            </a:r>
            <a:r>
              <a:rPr lang="en-US" sz="2400" dirty="0" err="1"/>
              <a:t>Catiline</a:t>
            </a:r>
            <a:r>
              <a:rPr lang="en-US" sz="2400" dirty="0"/>
              <a:t> was present and called the accusations lies.  The senate sided with Cicero and </a:t>
            </a:r>
            <a:r>
              <a:rPr lang="en-US" sz="2400" dirty="0" err="1"/>
              <a:t>Catiline</a:t>
            </a:r>
            <a:r>
              <a:rPr lang="en-US" sz="2400" dirty="0"/>
              <a:t> fled the city to join Manlius in Etruria.</a:t>
            </a:r>
          </a:p>
        </p:txBody>
      </p:sp>
      <p:pic>
        <p:nvPicPr>
          <p:cNvPr id="4" name="Picture 2" descr="500px-Maccari-Cicer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3862" y="1628800"/>
            <a:ext cx="7256276" cy="4528017"/>
          </a:xfrm>
          <a:prstGeom prst="rect">
            <a:avLst/>
          </a:prstGeom>
          <a:noFill/>
          <a:ln w="12700">
            <a:solidFill>
              <a:schemeClr val="tx1"/>
            </a:solidFill>
          </a:ln>
          <a:extLst>
            <a:ext uri="{909E8E84-426E-40dd-AFC4-6F175D3DCCD1}">
              <a14:hiddenFill xmlns=""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6F0E9926-3D96-2A4C-A066-E303ECD2D1D9}"/>
              </a:ext>
            </a:extLst>
          </p:cNvPr>
          <p:cNvSpPr/>
          <p:nvPr/>
        </p:nvSpPr>
        <p:spPr>
          <a:xfrm>
            <a:off x="0" y="6583681"/>
            <a:ext cx="3923928" cy="274320"/>
          </a:xfrm>
          <a:prstGeom prst="rect">
            <a:avLst/>
          </a:prstGeom>
          <a:solidFill>
            <a:schemeClr val="bg1"/>
          </a:solidFill>
        </p:spPr>
        <p:txBody>
          <a:bodyPr wrap="square">
            <a:spAutoFit/>
          </a:bodyPr>
          <a:lstStyle/>
          <a:p>
            <a:r>
              <a:rPr lang="en-US" sz="1200" i="1" dirty="0"/>
              <a:t>CS 2301 Lecture Week 9: Criminals and Enemy Combatants</a:t>
            </a:r>
          </a:p>
        </p:txBody>
      </p:sp>
    </p:spTree>
    <p:extLst>
      <p:ext uri="{BB962C8B-B14F-4D97-AF65-F5344CB8AC3E}">
        <p14:creationId xmlns:p14="http://schemas.microsoft.com/office/powerpoint/2010/main" val="1658643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Text Box 3"/>
          <p:cNvSpPr txBox="1">
            <a:spLocks noChangeArrowheads="1"/>
          </p:cNvSpPr>
          <p:nvPr/>
        </p:nvSpPr>
        <p:spPr bwMode="auto">
          <a:xfrm>
            <a:off x="0" y="0"/>
            <a:ext cx="9144000" cy="15696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r>
              <a:rPr lang="en-US" sz="2400" dirty="0"/>
              <a:t>On December 3</a:t>
            </a:r>
            <a:r>
              <a:rPr lang="en-US" sz="2400" baseline="30000" dirty="0"/>
              <a:t>rd</a:t>
            </a:r>
            <a:r>
              <a:rPr lang="en-US" sz="2400" dirty="0"/>
              <a:t> the captured envoys of the </a:t>
            </a:r>
            <a:r>
              <a:rPr lang="en-US" sz="2400" dirty="0" err="1">
                <a:solidFill>
                  <a:srgbClr val="0070C0"/>
                </a:solidFill>
              </a:rPr>
              <a:t>Allobroges</a:t>
            </a:r>
            <a:r>
              <a:rPr lang="en-US" sz="2400" dirty="0"/>
              <a:t>, which was a tribe of </a:t>
            </a:r>
            <a:r>
              <a:rPr lang="en-US" sz="2400" dirty="0" err="1"/>
              <a:t>Gauls</a:t>
            </a:r>
            <a:r>
              <a:rPr lang="en-US" sz="2400" dirty="0"/>
              <a:t>, produced written evidence of the conspiracy and five of the conspirators, including </a:t>
            </a:r>
            <a:r>
              <a:rPr lang="en-US" sz="2400" dirty="0" err="1">
                <a:solidFill>
                  <a:srgbClr val="0070C0"/>
                </a:solidFill>
              </a:rPr>
              <a:t>Publius</a:t>
            </a:r>
            <a:r>
              <a:rPr lang="en-US" sz="2400" dirty="0">
                <a:solidFill>
                  <a:srgbClr val="0070C0"/>
                </a:solidFill>
              </a:rPr>
              <a:t> Cornelius </a:t>
            </a:r>
            <a:r>
              <a:rPr lang="en-US" sz="2400" dirty="0" err="1">
                <a:solidFill>
                  <a:srgbClr val="0070C0"/>
                </a:solidFill>
              </a:rPr>
              <a:t>Lentulus</a:t>
            </a:r>
            <a:r>
              <a:rPr lang="en-US" sz="2400" dirty="0">
                <a:solidFill>
                  <a:srgbClr val="0070C0"/>
                </a:solidFill>
              </a:rPr>
              <a:t> </a:t>
            </a:r>
            <a:r>
              <a:rPr lang="en-US" sz="2400" dirty="0" err="1">
                <a:solidFill>
                  <a:srgbClr val="0070C0"/>
                </a:solidFill>
              </a:rPr>
              <a:t>Sura</a:t>
            </a:r>
            <a:r>
              <a:rPr lang="en-US" sz="2400" dirty="0">
                <a:solidFill>
                  <a:srgbClr val="0070C0"/>
                </a:solidFill>
              </a:rPr>
              <a:t> </a:t>
            </a:r>
            <a:r>
              <a:rPr lang="en-US" sz="2400" dirty="0"/>
              <a:t>and </a:t>
            </a:r>
            <a:r>
              <a:rPr lang="en-US" sz="2400" dirty="0">
                <a:solidFill>
                  <a:srgbClr val="0070C0"/>
                </a:solidFill>
              </a:rPr>
              <a:t>Gaius Cornelius </a:t>
            </a:r>
            <a:r>
              <a:rPr lang="en-US" sz="2400" dirty="0" err="1">
                <a:solidFill>
                  <a:srgbClr val="0070C0"/>
                </a:solidFill>
              </a:rPr>
              <a:t>Cethegus</a:t>
            </a:r>
            <a:r>
              <a:rPr lang="en-US" sz="2400" dirty="0"/>
              <a:t> were arrested. </a:t>
            </a:r>
          </a:p>
        </p:txBody>
      </p:sp>
      <p:pic>
        <p:nvPicPr>
          <p:cNvPr id="4" name="Picture 2" descr="500px-Maccari-Cicer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3862" y="1628800"/>
            <a:ext cx="7256276" cy="4528017"/>
          </a:xfrm>
          <a:prstGeom prst="rect">
            <a:avLst/>
          </a:prstGeom>
          <a:noFill/>
          <a:ln w="12700">
            <a:solidFill>
              <a:schemeClr val="tx1"/>
            </a:solidFill>
          </a:ln>
          <a:extLst>
            <a:ext uri="{909E8E84-426E-40dd-AFC4-6F175D3DCCD1}">
              <a14:hiddenFill xmlns=""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67B6A926-8EF8-254C-931A-BEBF39186FFC}"/>
              </a:ext>
            </a:extLst>
          </p:cNvPr>
          <p:cNvSpPr/>
          <p:nvPr/>
        </p:nvSpPr>
        <p:spPr>
          <a:xfrm>
            <a:off x="0" y="6583681"/>
            <a:ext cx="3923928" cy="274320"/>
          </a:xfrm>
          <a:prstGeom prst="rect">
            <a:avLst/>
          </a:prstGeom>
          <a:solidFill>
            <a:schemeClr val="bg1"/>
          </a:solidFill>
        </p:spPr>
        <p:txBody>
          <a:bodyPr wrap="square">
            <a:spAutoFit/>
          </a:bodyPr>
          <a:lstStyle/>
          <a:p>
            <a:r>
              <a:rPr lang="en-US" sz="1200" i="1" dirty="0"/>
              <a:t>CS 2301 Lecture Week 9: Criminals and Enemy Combatants</a:t>
            </a:r>
          </a:p>
        </p:txBody>
      </p:sp>
    </p:spTree>
    <p:extLst>
      <p:ext uri="{BB962C8B-B14F-4D97-AF65-F5344CB8AC3E}">
        <p14:creationId xmlns:p14="http://schemas.microsoft.com/office/powerpoint/2010/main" val="3317381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Text Box 3"/>
          <p:cNvSpPr txBox="1">
            <a:spLocks noChangeArrowheads="1"/>
          </p:cNvSpPr>
          <p:nvPr/>
        </p:nvSpPr>
        <p:spPr bwMode="auto">
          <a:xfrm>
            <a:off x="0" y="24643"/>
            <a:ext cx="9144000" cy="15696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r>
              <a:rPr lang="en-US" sz="2400" dirty="0"/>
              <a:t>On December 5</a:t>
            </a:r>
            <a:r>
              <a:rPr lang="en-US" sz="2400" baseline="30000" dirty="0"/>
              <a:t>th</a:t>
            </a:r>
            <a:r>
              <a:rPr lang="en-US" sz="2400" dirty="0"/>
              <a:t> the senate voted to execute the conspirators.  They sent the consul Gaius Antonius </a:t>
            </a:r>
            <a:r>
              <a:rPr lang="en-US" sz="2400" dirty="0" err="1"/>
              <a:t>Hybrida</a:t>
            </a:r>
            <a:r>
              <a:rPr lang="en-US" sz="2400" dirty="0"/>
              <a:t> to fight </a:t>
            </a:r>
            <a:r>
              <a:rPr lang="en-US" sz="2400" dirty="0" err="1"/>
              <a:t>Catiline</a:t>
            </a:r>
            <a:r>
              <a:rPr lang="en-CA" sz="2400" dirty="0">
                <a:latin typeface="Arial"/>
              </a:rPr>
              <a:t>’</a:t>
            </a:r>
            <a:r>
              <a:rPr lang="en-US" sz="2400" dirty="0"/>
              <a:t>s army in Etruria, and in January of 62 </a:t>
            </a:r>
            <a:r>
              <a:rPr lang="en-US" sz="2400" dirty="0" err="1"/>
              <a:t>Catiline</a:t>
            </a:r>
            <a:r>
              <a:rPr lang="en-US" sz="2400" dirty="0"/>
              <a:t> died in combat and his army was destroyed.</a:t>
            </a:r>
          </a:p>
        </p:txBody>
      </p:sp>
      <p:pic>
        <p:nvPicPr>
          <p:cNvPr id="4" name="Picture 2" descr="500px-Maccari-Cicer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3862" y="1628800"/>
            <a:ext cx="7256276" cy="4528017"/>
          </a:xfrm>
          <a:prstGeom prst="rect">
            <a:avLst/>
          </a:prstGeom>
          <a:noFill/>
          <a:ln w="12700">
            <a:solidFill>
              <a:schemeClr val="tx1"/>
            </a:solidFill>
          </a:ln>
          <a:extLst>
            <a:ext uri="{909E8E84-426E-40dd-AFC4-6F175D3DCCD1}">
              <a14:hiddenFill xmlns=""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A4079CEA-7B28-F546-B786-2BD1F861B521}"/>
              </a:ext>
            </a:extLst>
          </p:cNvPr>
          <p:cNvSpPr/>
          <p:nvPr/>
        </p:nvSpPr>
        <p:spPr>
          <a:xfrm>
            <a:off x="0" y="6583681"/>
            <a:ext cx="3923928" cy="274320"/>
          </a:xfrm>
          <a:prstGeom prst="rect">
            <a:avLst/>
          </a:prstGeom>
          <a:solidFill>
            <a:schemeClr val="bg1"/>
          </a:solidFill>
        </p:spPr>
        <p:txBody>
          <a:bodyPr wrap="square">
            <a:spAutoFit/>
          </a:bodyPr>
          <a:lstStyle/>
          <a:p>
            <a:r>
              <a:rPr lang="en-US" sz="1200" i="1" dirty="0"/>
              <a:t>CS 2301 Lecture Week 9: Criminals and Enemy Combatants</a:t>
            </a:r>
          </a:p>
        </p:txBody>
      </p:sp>
    </p:spTree>
    <p:extLst>
      <p:ext uri="{BB962C8B-B14F-4D97-AF65-F5344CB8AC3E}">
        <p14:creationId xmlns:p14="http://schemas.microsoft.com/office/powerpoint/2010/main" val="23530086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993BE6B-A922-7349-9B64-1B1DA2DC315E}"/>
              </a:ext>
            </a:extLst>
          </p:cNvPr>
          <p:cNvSpPr>
            <a:spLocks noGrp="1"/>
          </p:cNvSpPr>
          <p:nvPr>
            <p:ph type="title"/>
          </p:nvPr>
        </p:nvSpPr>
        <p:spPr/>
        <p:txBody>
          <a:bodyPr/>
          <a:lstStyle/>
          <a:p>
            <a:r>
              <a:rPr lang="en-US" i="1" dirty="0"/>
              <a:t>Catiline’s War</a:t>
            </a:r>
            <a:r>
              <a:rPr lang="en-US" dirty="0"/>
              <a:t>, page 5</a:t>
            </a:r>
          </a:p>
        </p:txBody>
      </p:sp>
      <p:sp>
        <p:nvSpPr>
          <p:cNvPr id="2" name="Content Placeholder 1"/>
          <p:cNvSpPr>
            <a:spLocks noGrp="1"/>
          </p:cNvSpPr>
          <p:nvPr>
            <p:ph idx="1"/>
          </p:nvPr>
        </p:nvSpPr>
        <p:spPr>
          <a:xfrm>
            <a:off x="628650" y="1628800"/>
            <a:ext cx="7886700" cy="4351338"/>
          </a:xfrm>
        </p:spPr>
        <p:txBody>
          <a:bodyPr>
            <a:noAutofit/>
          </a:bodyPr>
          <a:lstStyle/>
          <a:p>
            <a:pPr marL="0" indent="0" algn="just">
              <a:lnSpc>
                <a:spcPct val="110000"/>
              </a:lnSpc>
              <a:buNone/>
            </a:pPr>
            <a:r>
              <a:rPr lang="en-US" dirty="0">
                <a:ea typeface="Arial" charset="0"/>
                <a:cs typeface="Arial" charset="0"/>
              </a:rPr>
              <a:t>L. </a:t>
            </a:r>
            <a:r>
              <a:rPr lang="en-US" dirty="0" err="1">
                <a:ea typeface="Arial" charset="0"/>
                <a:cs typeface="Arial" charset="0"/>
              </a:rPr>
              <a:t>Catilina</a:t>
            </a:r>
            <a:r>
              <a:rPr lang="en-US" dirty="0">
                <a:ea typeface="Arial" charset="0"/>
                <a:cs typeface="Arial" charset="0"/>
              </a:rPr>
              <a:t>, born of a noble line, had great strength of both mind and body, but a wicked and crooked disposition. From adolescence</a:t>
            </a:r>
            <a:r>
              <a:rPr lang="en-US" dirty="0">
                <a:solidFill>
                  <a:srgbClr val="0070C0"/>
                </a:solidFill>
                <a:ea typeface="Arial" charset="0"/>
                <a:cs typeface="Arial" charset="0"/>
              </a:rPr>
              <a:t>, </a:t>
            </a:r>
            <a:r>
              <a:rPr lang="en-US" dirty="0">
                <a:ea typeface="Arial" charset="0"/>
                <a:cs typeface="Arial" charset="0"/>
              </a:rPr>
              <a:t>internal wars, slaughter, seizures and civil disharmony were welcome to him, and there he spent his young manhood</a:t>
            </a:r>
            <a:r>
              <a:rPr lang="en-US" dirty="0">
                <a:solidFill>
                  <a:srgbClr val="0070C0"/>
                </a:solidFill>
                <a:ea typeface="Arial" charset="0"/>
                <a:cs typeface="Arial" charset="0"/>
              </a:rPr>
              <a:t>. </a:t>
            </a:r>
            <a:r>
              <a:rPr lang="en-US" dirty="0">
                <a:ea typeface="Arial" charset="0"/>
                <a:cs typeface="Arial" charset="0"/>
              </a:rPr>
              <a:t>His body was tolerant of hunger, cold and wakefulness beyond the point which anyone finds credible; his mind was daring, cunning and versatile, capable of any simulation and dissimulation; acquisitive of another's property, prodigal with his own; burning in desires; his eloquence was adequate, scant his wisdom. </a:t>
            </a:r>
            <a:r>
              <a:rPr lang="en-US" dirty="0">
                <a:solidFill>
                  <a:srgbClr val="0070C0"/>
                </a:solidFill>
                <a:ea typeface="Arial" charset="0"/>
                <a:cs typeface="Arial" charset="0"/>
              </a:rPr>
              <a:t>The enormity of his mind always desired the unrestrained, the incredible, the heights beyond reach. 				</a:t>
            </a:r>
            <a:endParaRPr lang="en-US" dirty="0">
              <a:solidFill>
                <a:srgbClr val="0070C0"/>
              </a:solidFill>
            </a:endParaRPr>
          </a:p>
        </p:txBody>
      </p:sp>
      <p:sp>
        <p:nvSpPr>
          <p:cNvPr id="3" name="Rectangle 2">
            <a:extLst>
              <a:ext uri="{FF2B5EF4-FFF2-40B4-BE49-F238E27FC236}">
                <a16:creationId xmlns:a16="http://schemas.microsoft.com/office/drawing/2014/main" id="{D09D9E5C-E595-5F4D-AEFD-589418ABB80E}"/>
              </a:ext>
            </a:extLst>
          </p:cNvPr>
          <p:cNvSpPr/>
          <p:nvPr/>
        </p:nvSpPr>
        <p:spPr>
          <a:xfrm>
            <a:off x="0" y="6583681"/>
            <a:ext cx="3923928" cy="274320"/>
          </a:xfrm>
          <a:prstGeom prst="rect">
            <a:avLst/>
          </a:prstGeom>
          <a:solidFill>
            <a:schemeClr val="bg1"/>
          </a:solidFill>
        </p:spPr>
        <p:txBody>
          <a:bodyPr wrap="square">
            <a:spAutoFit/>
          </a:bodyPr>
          <a:lstStyle/>
          <a:p>
            <a:r>
              <a:rPr lang="en-US" sz="1200" i="1" dirty="0"/>
              <a:t>CS 2301 Lecture Week 9: Criminals and Enemy Combatants</a:t>
            </a:r>
          </a:p>
        </p:txBody>
      </p:sp>
    </p:spTree>
    <p:extLst>
      <p:ext uri="{BB962C8B-B14F-4D97-AF65-F5344CB8AC3E}">
        <p14:creationId xmlns:p14="http://schemas.microsoft.com/office/powerpoint/2010/main" val="643178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528464E-4DD1-5942-B1F3-8EFB325913B9}"/>
              </a:ext>
            </a:extLst>
          </p:cNvPr>
          <p:cNvSpPr>
            <a:spLocks noGrp="1"/>
          </p:cNvSpPr>
          <p:nvPr>
            <p:ph type="title"/>
          </p:nvPr>
        </p:nvSpPr>
        <p:spPr/>
        <p:txBody>
          <a:bodyPr/>
          <a:lstStyle/>
          <a:p>
            <a:r>
              <a:rPr lang="en-US" i="1" dirty="0"/>
              <a:t>Catiline’s War</a:t>
            </a:r>
            <a:r>
              <a:rPr lang="en-US" dirty="0"/>
              <a:t>, pages 5-6</a:t>
            </a:r>
          </a:p>
        </p:txBody>
      </p:sp>
      <p:sp>
        <p:nvSpPr>
          <p:cNvPr id="2" name="Content Placeholder 1"/>
          <p:cNvSpPr>
            <a:spLocks noGrp="1"/>
          </p:cNvSpPr>
          <p:nvPr>
            <p:ph idx="1"/>
          </p:nvPr>
        </p:nvSpPr>
        <p:spPr/>
        <p:txBody>
          <a:bodyPr>
            <a:noAutofit/>
          </a:bodyPr>
          <a:lstStyle/>
          <a:p>
            <a:pPr marL="0" indent="0" algn="just">
              <a:lnSpc>
                <a:spcPct val="110000"/>
              </a:lnSpc>
              <a:buNone/>
            </a:pPr>
            <a:r>
              <a:rPr lang="en-US" sz="2400" dirty="0">
                <a:ea typeface="Arial" charset="0"/>
                <a:cs typeface="Arial" charset="0"/>
              </a:rPr>
              <a:t>After the dominion of L. Sulla, he had been assailed by his greatest urge, to capture the commonwealth; and he attached no weight to the methods by which he might achieve it, provided he acquired kingship for himself. His defiant spirit was exercised increasingly each day by his lack of private assets and a consciousness of his crimes, both of which he had augmented by the qualities which I recalled above. </a:t>
            </a:r>
            <a:r>
              <a:rPr lang="en-US" sz="2400" dirty="0">
                <a:solidFill>
                  <a:srgbClr val="0070C0"/>
                </a:solidFill>
                <a:ea typeface="Arial" charset="0"/>
                <a:cs typeface="Arial" charset="0"/>
              </a:rPr>
              <a:t>He was incited, too, by the community's corrupt morals, which were afflicted by those worst and mutually different maladies, luxury and avarice. </a:t>
            </a:r>
          </a:p>
          <a:p>
            <a:pPr marL="0" indent="0" algn="just">
              <a:lnSpc>
                <a:spcPct val="110000"/>
              </a:lnSpc>
              <a:buNone/>
            </a:pPr>
            <a:r>
              <a:rPr lang="en-US" sz="2400" dirty="0">
                <a:ea typeface="Arial" charset="0"/>
                <a:cs typeface="Arial" charset="0"/>
              </a:rPr>
              <a:t>					</a:t>
            </a:r>
          </a:p>
        </p:txBody>
      </p:sp>
      <p:sp>
        <p:nvSpPr>
          <p:cNvPr id="3" name="Rectangle 2">
            <a:extLst>
              <a:ext uri="{FF2B5EF4-FFF2-40B4-BE49-F238E27FC236}">
                <a16:creationId xmlns:a16="http://schemas.microsoft.com/office/drawing/2014/main" id="{091F2CA9-E02E-594F-93AB-1D7513F031A4}"/>
              </a:ext>
            </a:extLst>
          </p:cNvPr>
          <p:cNvSpPr/>
          <p:nvPr/>
        </p:nvSpPr>
        <p:spPr>
          <a:xfrm>
            <a:off x="0" y="6583681"/>
            <a:ext cx="3923928" cy="274320"/>
          </a:xfrm>
          <a:prstGeom prst="rect">
            <a:avLst/>
          </a:prstGeom>
          <a:solidFill>
            <a:schemeClr val="bg1"/>
          </a:solidFill>
        </p:spPr>
        <p:txBody>
          <a:bodyPr wrap="square">
            <a:spAutoFit/>
          </a:bodyPr>
          <a:lstStyle/>
          <a:p>
            <a:r>
              <a:rPr lang="en-US" sz="1200" i="1" dirty="0"/>
              <a:t>CS 2301 Lecture Week 9: Criminals and Enemy Combatants</a:t>
            </a:r>
          </a:p>
        </p:txBody>
      </p:sp>
    </p:spTree>
    <p:extLst>
      <p:ext uri="{BB962C8B-B14F-4D97-AF65-F5344CB8AC3E}">
        <p14:creationId xmlns:p14="http://schemas.microsoft.com/office/powerpoint/2010/main" val="42938354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766A9F-9295-8346-B21E-49C8369AD787}"/>
              </a:ext>
            </a:extLst>
          </p:cNvPr>
          <p:cNvSpPr>
            <a:spLocks noGrp="1"/>
          </p:cNvSpPr>
          <p:nvPr>
            <p:ph type="title"/>
          </p:nvPr>
        </p:nvSpPr>
        <p:spPr/>
        <p:txBody>
          <a:bodyPr/>
          <a:lstStyle/>
          <a:p>
            <a:r>
              <a:rPr lang="en-US" i="1" dirty="0"/>
              <a:t>Catiline’s War</a:t>
            </a:r>
            <a:r>
              <a:rPr lang="en-US" dirty="0"/>
              <a:t>, pages 11-12</a:t>
            </a:r>
          </a:p>
        </p:txBody>
      </p:sp>
      <p:sp>
        <p:nvSpPr>
          <p:cNvPr id="2" name="Content Placeholder 1"/>
          <p:cNvSpPr>
            <a:spLocks noGrp="1"/>
          </p:cNvSpPr>
          <p:nvPr>
            <p:ph idx="1"/>
          </p:nvPr>
        </p:nvSpPr>
        <p:spPr>
          <a:xfrm>
            <a:off x="628650" y="1628800"/>
            <a:ext cx="7886700" cy="4351338"/>
          </a:xfrm>
        </p:spPr>
        <p:txBody>
          <a:bodyPr>
            <a:normAutofit fontScale="85000" lnSpcReduction="10000"/>
          </a:bodyPr>
          <a:lstStyle/>
          <a:p>
            <a:pPr marL="0" indent="0" algn="just">
              <a:lnSpc>
                <a:spcPct val="110000"/>
              </a:lnSpc>
              <a:buNone/>
            </a:pPr>
            <a:r>
              <a:rPr lang="en-US" sz="2600" dirty="0"/>
              <a:t>Finally he was captivated by love for Aurelia </a:t>
            </a:r>
            <a:r>
              <a:rPr lang="en-US" sz="2600" dirty="0" err="1"/>
              <a:t>Orestilla</a:t>
            </a:r>
            <a:r>
              <a:rPr lang="en-US" sz="2600" dirty="0"/>
              <a:t> (in whom no good man ever praised anything but her appearance), but, because she hesitated to marry him through fear of a stepson of adult years, it is believed for certain that he killed his son, thereby ensuring an empty house for the criminal marriage. It is this affair above all which seems to me to have been his reason for speeding up the deed: for his vile spirit—hostile to gods and men—could not be calmed by wakefulness or repose: </a:t>
            </a:r>
            <a:r>
              <a:rPr lang="en-US" sz="2600" dirty="0">
                <a:solidFill>
                  <a:srgbClr val="0070C0"/>
                </a:solidFill>
              </a:rPr>
              <a:t>to such an extent was his conscience preying upon his unquiet mind. Hence his bloodless complexion and ugly eyes, and his walk alternating between fast and slow; in short, there was derangement in his </a:t>
            </a:r>
            <a:r>
              <a:rPr lang="en-US" sz="2600" dirty="0" err="1">
                <a:solidFill>
                  <a:srgbClr val="0070C0"/>
                </a:solidFill>
              </a:rPr>
              <a:t>demeanour</a:t>
            </a:r>
            <a:r>
              <a:rPr lang="en-US" sz="2600" dirty="0">
                <a:solidFill>
                  <a:srgbClr val="0070C0"/>
                </a:solidFill>
              </a:rPr>
              <a:t> and face. 	</a:t>
            </a:r>
            <a:endParaRPr lang="en-US" dirty="0">
              <a:solidFill>
                <a:srgbClr val="0070C0"/>
              </a:solidFill>
            </a:endParaRPr>
          </a:p>
        </p:txBody>
      </p:sp>
      <p:sp>
        <p:nvSpPr>
          <p:cNvPr id="3" name="Rectangle 2">
            <a:extLst>
              <a:ext uri="{FF2B5EF4-FFF2-40B4-BE49-F238E27FC236}">
                <a16:creationId xmlns:a16="http://schemas.microsoft.com/office/drawing/2014/main" id="{156C8C50-0D5E-604B-8480-856223C56456}"/>
              </a:ext>
            </a:extLst>
          </p:cNvPr>
          <p:cNvSpPr/>
          <p:nvPr/>
        </p:nvSpPr>
        <p:spPr>
          <a:xfrm>
            <a:off x="0" y="6583681"/>
            <a:ext cx="3923928" cy="274320"/>
          </a:xfrm>
          <a:prstGeom prst="rect">
            <a:avLst/>
          </a:prstGeom>
          <a:solidFill>
            <a:schemeClr val="bg1"/>
          </a:solidFill>
        </p:spPr>
        <p:txBody>
          <a:bodyPr wrap="square">
            <a:spAutoFit/>
          </a:bodyPr>
          <a:lstStyle/>
          <a:p>
            <a:r>
              <a:rPr lang="en-US" sz="1200" i="1" dirty="0"/>
              <a:t>CS 2301 Lecture Week 9: Criminals and Enemy Combatants</a:t>
            </a:r>
          </a:p>
        </p:txBody>
      </p:sp>
    </p:spTree>
    <p:extLst>
      <p:ext uri="{BB962C8B-B14F-4D97-AF65-F5344CB8AC3E}">
        <p14:creationId xmlns:p14="http://schemas.microsoft.com/office/powerpoint/2010/main" val="10270505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D09A78D-55A5-184C-8204-A65184EE0A8B}"/>
              </a:ext>
            </a:extLst>
          </p:cNvPr>
          <p:cNvSpPr>
            <a:spLocks noGrp="1"/>
          </p:cNvSpPr>
          <p:nvPr>
            <p:ph type="title"/>
          </p:nvPr>
        </p:nvSpPr>
        <p:spPr/>
        <p:txBody>
          <a:bodyPr/>
          <a:lstStyle/>
          <a:p>
            <a:r>
              <a:rPr lang="en-US" i="1" dirty="0"/>
              <a:t>Catiline’s War</a:t>
            </a:r>
            <a:r>
              <a:rPr lang="en-US" dirty="0"/>
              <a:t>, page 15</a:t>
            </a:r>
          </a:p>
        </p:txBody>
      </p:sp>
      <p:sp>
        <p:nvSpPr>
          <p:cNvPr id="2" name="Content Placeholder 1"/>
          <p:cNvSpPr>
            <a:spLocks noGrp="1"/>
          </p:cNvSpPr>
          <p:nvPr>
            <p:ph idx="1"/>
          </p:nvPr>
        </p:nvSpPr>
        <p:spPr/>
        <p:txBody>
          <a:bodyPr>
            <a:normAutofit fontScale="92500" lnSpcReduction="10000"/>
          </a:bodyPr>
          <a:lstStyle/>
          <a:p>
            <a:pPr marL="0" indent="0" algn="just">
              <a:lnSpc>
                <a:spcPct val="110000"/>
              </a:lnSpc>
              <a:buNone/>
            </a:pPr>
            <a:r>
              <a:rPr lang="en-US" sz="2400" dirty="0"/>
              <a:t>'You have already heard before, separately, what I have pondered in my mind. Yet my spirit is kindled more and more each day when I reflect what the conditions of life will be if we do not assert our freedom ourselves. For, ever since the commonwealth passed to the jurisdiction of a powerful few, it has always been to them that the dues of kings and tetrarchs go, that the taxes of peoples and nations are paid; the rest of us- all the committed and good, noble and ignoble - have been simply "the masses", denied </a:t>
            </a:r>
            <a:r>
              <a:rPr lang="en-US" sz="2400" dirty="0" err="1"/>
              <a:t>favour</a:t>
            </a:r>
            <a:r>
              <a:rPr lang="en-US" sz="2400" dirty="0"/>
              <a:t>, denied influence, beholden to those to whom, if the commonwealth thrived, we would be a source of fear. </a:t>
            </a:r>
            <a:r>
              <a:rPr lang="en-US" sz="2400" dirty="0">
                <a:solidFill>
                  <a:srgbClr val="0070C0"/>
                </a:solidFill>
              </a:rPr>
              <a:t>Hence all </a:t>
            </a:r>
            <a:r>
              <a:rPr lang="en-US" sz="2400" dirty="0" err="1">
                <a:solidFill>
                  <a:srgbClr val="0070C0"/>
                </a:solidFill>
              </a:rPr>
              <a:t>favour</a:t>
            </a:r>
            <a:r>
              <a:rPr lang="en-US" sz="2400" dirty="0">
                <a:solidFill>
                  <a:srgbClr val="0070C0"/>
                </a:solidFill>
              </a:rPr>
              <a:t>, power, </a:t>
            </a:r>
            <a:r>
              <a:rPr lang="en-US" sz="2400" dirty="0" err="1">
                <a:solidFill>
                  <a:srgbClr val="0070C0"/>
                </a:solidFill>
              </a:rPr>
              <a:t>honour</a:t>
            </a:r>
            <a:r>
              <a:rPr lang="en-US" sz="2400" dirty="0">
                <a:solidFill>
                  <a:srgbClr val="0070C0"/>
                </a:solidFill>
              </a:rPr>
              <a:t> and riches rest with them or are where they want them; to us they have left the dangers, rejections, lawsuits and destitution</a:t>
            </a:r>
          </a:p>
          <a:p>
            <a:pPr marL="0" indent="0" algn="just">
              <a:lnSpc>
                <a:spcPct val="110000"/>
              </a:lnSpc>
              <a:buNone/>
            </a:pPr>
            <a:endParaRPr lang="en-US" sz="2400" dirty="0"/>
          </a:p>
        </p:txBody>
      </p:sp>
      <p:sp>
        <p:nvSpPr>
          <p:cNvPr id="3" name="Rectangle 2">
            <a:extLst>
              <a:ext uri="{FF2B5EF4-FFF2-40B4-BE49-F238E27FC236}">
                <a16:creationId xmlns:a16="http://schemas.microsoft.com/office/drawing/2014/main" id="{263EBDF2-F2B9-4B4C-BC4D-903DD87B4E9B}"/>
              </a:ext>
            </a:extLst>
          </p:cNvPr>
          <p:cNvSpPr/>
          <p:nvPr/>
        </p:nvSpPr>
        <p:spPr>
          <a:xfrm>
            <a:off x="0" y="6583681"/>
            <a:ext cx="3923928" cy="274320"/>
          </a:xfrm>
          <a:prstGeom prst="rect">
            <a:avLst/>
          </a:prstGeom>
          <a:solidFill>
            <a:schemeClr val="bg1"/>
          </a:solidFill>
        </p:spPr>
        <p:txBody>
          <a:bodyPr wrap="square">
            <a:spAutoFit/>
          </a:bodyPr>
          <a:lstStyle/>
          <a:p>
            <a:r>
              <a:rPr lang="en-US" sz="1200" i="1" dirty="0"/>
              <a:t>CS 2301 Lecture Week 9: Criminals and Enemy Combatants</a:t>
            </a:r>
          </a:p>
        </p:txBody>
      </p:sp>
    </p:spTree>
    <p:extLst>
      <p:ext uri="{BB962C8B-B14F-4D97-AF65-F5344CB8AC3E}">
        <p14:creationId xmlns:p14="http://schemas.microsoft.com/office/powerpoint/2010/main" val="1031858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A6C4AC-861A-764E-B41C-6A561C9FF3EF}"/>
              </a:ext>
            </a:extLst>
          </p:cNvPr>
          <p:cNvSpPr>
            <a:spLocks noGrp="1"/>
          </p:cNvSpPr>
          <p:nvPr>
            <p:ph type="title"/>
          </p:nvPr>
        </p:nvSpPr>
        <p:spPr/>
        <p:txBody>
          <a:bodyPr/>
          <a:lstStyle/>
          <a:p>
            <a:r>
              <a:rPr lang="en-US" i="1" dirty="0"/>
              <a:t>Catiline’s War</a:t>
            </a:r>
            <a:r>
              <a:rPr lang="en-US" dirty="0"/>
              <a:t>, page 20</a:t>
            </a:r>
          </a:p>
        </p:txBody>
      </p:sp>
      <p:sp>
        <p:nvSpPr>
          <p:cNvPr id="2" name="Content Placeholder 1"/>
          <p:cNvSpPr>
            <a:spLocks noGrp="1"/>
          </p:cNvSpPr>
          <p:nvPr>
            <p:ph idx="1"/>
          </p:nvPr>
        </p:nvSpPr>
        <p:spPr>
          <a:xfrm>
            <a:off x="628650" y="1340768"/>
            <a:ext cx="7886700" cy="4351338"/>
          </a:xfrm>
        </p:spPr>
        <p:txBody>
          <a:bodyPr>
            <a:noAutofit/>
          </a:bodyPr>
          <a:lstStyle/>
          <a:p>
            <a:pPr marL="0" indent="0" algn="just">
              <a:lnSpc>
                <a:spcPct val="110000"/>
              </a:lnSpc>
              <a:buNone/>
            </a:pPr>
            <a:r>
              <a:rPr lang="en-US" sz="2400" dirty="0"/>
              <a:t>He therefore referred the matter, already discussed beforehand in </a:t>
            </a:r>
            <a:r>
              <a:rPr lang="en-US" sz="2400" dirty="0" err="1"/>
              <a:t>rumours</a:t>
            </a:r>
            <a:r>
              <a:rPr lang="en-US" sz="2400" dirty="0"/>
              <a:t> amongst the public, to the senate. And so, as often happens in the case of some frightening business, </a:t>
            </a:r>
            <a:r>
              <a:rPr lang="en-US" sz="2400" dirty="0">
                <a:solidFill>
                  <a:srgbClr val="0070C0"/>
                </a:solidFill>
              </a:rPr>
              <a:t>the senate decreed that the consuls should do their utmost 'to prevent the commonwealth from suffering any damage’. </a:t>
            </a:r>
            <a:r>
              <a:rPr lang="en-US" sz="2400" dirty="0"/>
              <a:t>That is the greatest power allowed to a magistracy by the senate according to Roman custom: to prepare an army, to wage war, to coerce allies and citizens by every means, and to wield the highest command and jurisdiction at home and on campaign. (Otherwise a consul has the right to none of these things without an order from the people.) </a:t>
            </a:r>
          </a:p>
        </p:txBody>
      </p:sp>
      <p:sp>
        <p:nvSpPr>
          <p:cNvPr id="3" name="Rectangle 2">
            <a:extLst>
              <a:ext uri="{FF2B5EF4-FFF2-40B4-BE49-F238E27FC236}">
                <a16:creationId xmlns:a16="http://schemas.microsoft.com/office/drawing/2014/main" id="{3EF7DB29-1926-CC47-B9A6-28854A5681AD}"/>
              </a:ext>
            </a:extLst>
          </p:cNvPr>
          <p:cNvSpPr/>
          <p:nvPr/>
        </p:nvSpPr>
        <p:spPr>
          <a:xfrm>
            <a:off x="0" y="6583681"/>
            <a:ext cx="3923928" cy="274320"/>
          </a:xfrm>
          <a:prstGeom prst="rect">
            <a:avLst/>
          </a:prstGeom>
          <a:solidFill>
            <a:schemeClr val="bg1"/>
          </a:solidFill>
        </p:spPr>
        <p:txBody>
          <a:bodyPr wrap="square">
            <a:spAutoFit/>
          </a:bodyPr>
          <a:lstStyle/>
          <a:p>
            <a:r>
              <a:rPr lang="en-US" sz="1200" i="1" dirty="0"/>
              <a:t>CS 2301 Lecture Week 9: Criminals and Enemy Combatants</a:t>
            </a:r>
          </a:p>
        </p:txBody>
      </p:sp>
    </p:spTree>
    <p:extLst>
      <p:ext uri="{BB962C8B-B14F-4D97-AF65-F5344CB8AC3E}">
        <p14:creationId xmlns:p14="http://schemas.microsoft.com/office/powerpoint/2010/main" val="31001999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D5F87CF-CE2D-5944-BAE7-C6CCDCA2E04C}"/>
              </a:ext>
            </a:extLst>
          </p:cNvPr>
          <p:cNvSpPr>
            <a:spLocks noGrp="1"/>
          </p:cNvSpPr>
          <p:nvPr>
            <p:ph type="title"/>
          </p:nvPr>
        </p:nvSpPr>
        <p:spPr/>
        <p:txBody>
          <a:bodyPr/>
          <a:lstStyle/>
          <a:p>
            <a:r>
              <a:rPr lang="en-US" i="1" dirty="0"/>
              <a:t>Catiline’s War</a:t>
            </a:r>
            <a:r>
              <a:rPr lang="en-US" dirty="0"/>
              <a:t>, page 22</a:t>
            </a:r>
          </a:p>
        </p:txBody>
      </p:sp>
      <p:sp>
        <p:nvSpPr>
          <p:cNvPr id="2" name="Content Placeholder 1"/>
          <p:cNvSpPr>
            <a:spLocks noGrp="1"/>
          </p:cNvSpPr>
          <p:nvPr>
            <p:ph idx="1"/>
          </p:nvPr>
        </p:nvSpPr>
        <p:spPr/>
        <p:txBody>
          <a:bodyPr>
            <a:normAutofit/>
          </a:bodyPr>
          <a:lstStyle/>
          <a:p>
            <a:pPr marL="0" indent="0" algn="just">
              <a:lnSpc>
                <a:spcPct val="110000"/>
              </a:lnSpc>
              <a:buNone/>
            </a:pPr>
            <a:r>
              <a:rPr lang="en-US" dirty="0"/>
              <a:t>But when he had sat down, Catiline, prepared as he was to dissemble everything, with face downcast and suppliant voice began to demand of the fathers that they should not believe rashly anything concerning him: he was sprung from such a family, and he had regulated his life from adolescence in such a way, that he had good prospects in every respect; they should not reckon that, as a patrician whose own and whose ancestors' benefits to the Roman plebs were very numerous, he needed the destruction of the commonwealth--when it was being safeguarded by M. Tullius, an immigrant citizen of the City of Rome. </a:t>
            </a:r>
          </a:p>
        </p:txBody>
      </p:sp>
      <p:sp>
        <p:nvSpPr>
          <p:cNvPr id="3" name="Rectangle 2">
            <a:extLst>
              <a:ext uri="{FF2B5EF4-FFF2-40B4-BE49-F238E27FC236}">
                <a16:creationId xmlns:a16="http://schemas.microsoft.com/office/drawing/2014/main" id="{7FB7C4DE-A201-604D-9CE2-8A955502637F}"/>
              </a:ext>
            </a:extLst>
          </p:cNvPr>
          <p:cNvSpPr/>
          <p:nvPr/>
        </p:nvSpPr>
        <p:spPr>
          <a:xfrm>
            <a:off x="0" y="6583681"/>
            <a:ext cx="3923928" cy="274320"/>
          </a:xfrm>
          <a:prstGeom prst="rect">
            <a:avLst/>
          </a:prstGeom>
          <a:solidFill>
            <a:schemeClr val="bg1"/>
          </a:solidFill>
        </p:spPr>
        <p:txBody>
          <a:bodyPr wrap="square">
            <a:spAutoFit/>
          </a:bodyPr>
          <a:lstStyle/>
          <a:p>
            <a:r>
              <a:rPr lang="en-US" sz="1200" i="1" dirty="0"/>
              <a:t>CS 2301 Lecture Week 9: Criminals and Enemy Combatants</a:t>
            </a:r>
          </a:p>
        </p:txBody>
      </p:sp>
    </p:spTree>
    <p:extLst>
      <p:ext uri="{BB962C8B-B14F-4D97-AF65-F5344CB8AC3E}">
        <p14:creationId xmlns:p14="http://schemas.microsoft.com/office/powerpoint/2010/main" val="13429809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88F6-D1C5-9E47-A31B-B1E0C4039EB4}"/>
              </a:ext>
            </a:extLst>
          </p:cNvPr>
          <p:cNvSpPr>
            <a:spLocks noGrp="1"/>
          </p:cNvSpPr>
          <p:nvPr>
            <p:ph type="title"/>
          </p:nvPr>
        </p:nvSpPr>
        <p:spPr/>
        <p:txBody>
          <a:bodyPr/>
          <a:lstStyle/>
          <a:p>
            <a:r>
              <a:rPr lang="en-US" i="1" dirty="0"/>
              <a:t>Catiline’s War</a:t>
            </a:r>
            <a:r>
              <a:rPr lang="en-US" dirty="0"/>
              <a:t>, page 24</a:t>
            </a:r>
          </a:p>
        </p:txBody>
      </p:sp>
      <p:sp>
        <p:nvSpPr>
          <p:cNvPr id="3" name="Content Placeholder 2"/>
          <p:cNvSpPr>
            <a:spLocks noGrp="1"/>
          </p:cNvSpPr>
          <p:nvPr>
            <p:ph idx="1"/>
          </p:nvPr>
        </p:nvSpPr>
        <p:spPr/>
        <p:txBody>
          <a:bodyPr>
            <a:normAutofit/>
          </a:bodyPr>
          <a:lstStyle/>
          <a:p>
            <a:pPr marL="0" indent="0" algn="just">
              <a:lnSpc>
                <a:spcPct val="110000"/>
              </a:lnSpc>
              <a:buNone/>
            </a:pPr>
            <a:r>
              <a:rPr lang="en-US" dirty="0"/>
              <a:t>Nevertheless he himself delayed for a few days at the house of C. Flaminius in the territory of </a:t>
            </a:r>
            <a:r>
              <a:rPr lang="en-US" dirty="0" err="1"/>
              <a:t>Arretium</a:t>
            </a:r>
            <a:r>
              <a:rPr lang="en-US" dirty="0"/>
              <a:t>, while he furnished arms to a neighbourhood which was already galvanized; then, with the fasces and other insignia of command, he marched to Manlius in his camp. When this was found out at Rome, </a:t>
            </a:r>
            <a:r>
              <a:rPr lang="en-US" dirty="0">
                <a:solidFill>
                  <a:srgbClr val="0070C0"/>
                </a:solidFill>
              </a:rPr>
              <a:t>the senate pronounced Catiline and Manlius enemies</a:t>
            </a:r>
            <a:r>
              <a:rPr lang="en-US" dirty="0"/>
              <a:t> and appointed a day before which the rest of their crowd (apart from those condemned on capital charges) could put down their arms with impunity. Apart from that, it decreed that the consuls should hold a levy, that Antonius with an army should speedily pursue Catiline, and that Cicero should act as defender of the City. </a:t>
            </a:r>
          </a:p>
        </p:txBody>
      </p:sp>
      <p:sp>
        <p:nvSpPr>
          <p:cNvPr id="4" name="Rectangle 3">
            <a:extLst>
              <a:ext uri="{FF2B5EF4-FFF2-40B4-BE49-F238E27FC236}">
                <a16:creationId xmlns:a16="http://schemas.microsoft.com/office/drawing/2014/main" id="{B2C18EF0-8365-5E4D-8E67-9C617F41FF29}"/>
              </a:ext>
            </a:extLst>
          </p:cNvPr>
          <p:cNvSpPr/>
          <p:nvPr/>
        </p:nvSpPr>
        <p:spPr>
          <a:xfrm>
            <a:off x="0" y="6583681"/>
            <a:ext cx="3923928" cy="274320"/>
          </a:xfrm>
          <a:prstGeom prst="rect">
            <a:avLst/>
          </a:prstGeom>
          <a:solidFill>
            <a:schemeClr val="bg1"/>
          </a:solidFill>
        </p:spPr>
        <p:txBody>
          <a:bodyPr wrap="square">
            <a:spAutoFit/>
          </a:bodyPr>
          <a:lstStyle/>
          <a:p>
            <a:r>
              <a:rPr lang="en-US" sz="1200" i="1" dirty="0"/>
              <a:t>CS 2301 Lecture Week 9: Criminals and Enemy Combatants</a:t>
            </a:r>
          </a:p>
        </p:txBody>
      </p:sp>
    </p:spTree>
    <p:extLst>
      <p:ext uri="{BB962C8B-B14F-4D97-AF65-F5344CB8AC3E}">
        <p14:creationId xmlns:p14="http://schemas.microsoft.com/office/powerpoint/2010/main" val="38179045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2041F-0003-264D-ABE0-F0EAB14EBA82}"/>
              </a:ext>
            </a:extLst>
          </p:cNvPr>
          <p:cNvSpPr>
            <a:spLocks noGrp="1"/>
          </p:cNvSpPr>
          <p:nvPr>
            <p:ph type="title"/>
          </p:nvPr>
        </p:nvSpPr>
        <p:spPr/>
        <p:txBody>
          <a:bodyPr/>
          <a:lstStyle/>
          <a:p>
            <a:r>
              <a:rPr lang="en-US" i="1" dirty="0"/>
              <a:t>Catiline’s War</a:t>
            </a:r>
            <a:r>
              <a:rPr lang="en-US" dirty="0"/>
              <a:t>, pages 24-5</a:t>
            </a:r>
          </a:p>
        </p:txBody>
      </p:sp>
      <p:sp>
        <p:nvSpPr>
          <p:cNvPr id="3" name="Content Placeholder 2"/>
          <p:cNvSpPr>
            <a:spLocks noGrp="1"/>
          </p:cNvSpPr>
          <p:nvPr>
            <p:ph idx="1"/>
          </p:nvPr>
        </p:nvSpPr>
        <p:spPr>
          <a:xfrm>
            <a:off x="628650" y="1205096"/>
            <a:ext cx="7975798" cy="4888199"/>
          </a:xfrm>
        </p:spPr>
        <p:txBody>
          <a:bodyPr>
            <a:normAutofit/>
          </a:bodyPr>
          <a:lstStyle/>
          <a:p>
            <a:pPr marL="0" indent="0" algn="just">
              <a:lnSpc>
                <a:spcPct val="110000"/>
              </a:lnSpc>
              <a:buNone/>
            </a:pPr>
            <a:r>
              <a:rPr lang="en-US" dirty="0"/>
              <a:t>Such was the violence of the disease and the kind of rottenness which had attacked many of the citizens' spirits. And not only was there the mental derangement of those who were accessories to the conspiracy, </a:t>
            </a:r>
            <a:r>
              <a:rPr lang="en-US" dirty="0">
                <a:solidFill>
                  <a:srgbClr val="0070C0"/>
                </a:solidFill>
              </a:rPr>
              <a:t>but the entire plebs, in its enthusiasm for revolution, approved completely of Catiline's projects</a:t>
            </a:r>
            <a:r>
              <a:rPr lang="en-US" dirty="0"/>
              <a:t>. That, indeed, it seemed to do from its own particular habit. For it is always those in a community who have no resources who resent the good and extol the wicked, who hate what is old and crave what is new, who in their hatred of their own circumstances are enthusiastic for everything to be changed, and who thrive on disruption and sedition with no concern, since destitution is a possession easily held without loss. But, in the case of the City plebs, there were many reasons for its headlong plight. 	</a:t>
            </a:r>
          </a:p>
          <a:p>
            <a:endParaRPr lang="en-US" dirty="0"/>
          </a:p>
        </p:txBody>
      </p:sp>
      <p:sp>
        <p:nvSpPr>
          <p:cNvPr id="4" name="Rectangle 3">
            <a:extLst>
              <a:ext uri="{FF2B5EF4-FFF2-40B4-BE49-F238E27FC236}">
                <a16:creationId xmlns:a16="http://schemas.microsoft.com/office/drawing/2014/main" id="{94A106E1-31A1-B648-9F65-3712E7E4D708}"/>
              </a:ext>
            </a:extLst>
          </p:cNvPr>
          <p:cNvSpPr/>
          <p:nvPr/>
        </p:nvSpPr>
        <p:spPr>
          <a:xfrm>
            <a:off x="0" y="6583681"/>
            <a:ext cx="3923928" cy="274320"/>
          </a:xfrm>
          <a:prstGeom prst="rect">
            <a:avLst/>
          </a:prstGeom>
          <a:solidFill>
            <a:schemeClr val="bg1"/>
          </a:solidFill>
        </p:spPr>
        <p:txBody>
          <a:bodyPr wrap="square">
            <a:spAutoFit/>
          </a:bodyPr>
          <a:lstStyle/>
          <a:p>
            <a:r>
              <a:rPr lang="en-US" sz="1200" i="1" dirty="0"/>
              <a:t>CS 2301 Lecture Week 9: Criminals and Enemy Combatants</a:t>
            </a:r>
          </a:p>
        </p:txBody>
      </p:sp>
    </p:spTree>
    <p:extLst>
      <p:ext uri="{BB962C8B-B14F-4D97-AF65-F5344CB8AC3E}">
        <p14:creationId xmlns:p14="http://schemas.microsoft.com/office/powerpoint/2010/main" val="25743303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98E20-7391-F246-83A7-F0E08A0D7729}"/>
              </a:ext>
            </a:extLst>
          </p:cNvPr>
          <p:cNvSpPr>
            <a:spLocks noGrp="1"/>
          </p:cNvSpPr>
          <p:nvPr>
            <p:ph type="title"/>
          </p:nvPr>
        </p:nvSpPr>
        <p:spPr/>
        <p:txBody>
          <a:bodyPr/>
          <a:lstStyle/>
          <a:p>
            <a:r>
              <a:rPr lang="en-US" i="1" dirty="0"/>
              <a:t>Catiline’s War</a:t>
            </a:r>
            <a:r>
              <a:rPr lang="en-US" dirty="0"/>
              <a:t>, pages 31-32</a:t>
            </a:r>
          </a:p>
        </p:txBody>
      </p:sp>
      <p:sp>
        <p:nvSpPr>
          <p:cNvPr id="3" name="Content Placeholder 2"/>
          <p:cNvSpPr>
            <a:spLocks noGrp="1"/>
          </p:cNvSpPr>
          <p:nvPr>
            <p:ph idx="1"/>
          </p:nvPr>
        </p:nvSpPr>
        <p:spPr>
          <a:xfrm>
            <a:off x="628650" y="1205097"/>
            <a:ext cx="7886700" cy="4351338"/>
          </a:xfrm>
        </p:spPr>
        <p:txBody>
          <a:bodyPr>
            <a:noAutofit/>
          </a:bodyPr>
          <a:lstStyle/>
          <a:p>
            <a:pPr marL="0" indent="0" algn="just">
              <a:lnSpc>
                <a:spcPct val="110000"/>
              </a:lnSpc>
              <a:buNone/>
            </a:pPr>
            <a:r>
              <a:rPr lang="en-US" dirty="0">
                <a:solidFill>
                  <a:srgbClr val="0070C0"/>
                </a:solidFill>
              </a:rPr>
              <a:t>But, when Tarquinius named Crassus, a noble man of the greatest riches and the utmost power, everyone cried that the informant was false and demanded a motion concerning the matter</a:t>
            </a:r>
            <a:r>
              <a:rPr lang="en-US" dirty="0"/>
              <a:t>—some deeming the matter incredible, others because, though they reckoned it true, it seemed that at such a moment so strong a man should be mollified rather than provoked, while very many of them were beholden to Crassus through personal business.  And so a crowded senate, when consulted by Cicero, decreed that </a:t>
            </a:r>
            <a:r>
              <a:rPr lang="en-US" dirty="0">
                <a:solidFill>
                  <a:srgbClr val="0070C0"/>
                </a:solidFill>
              </a:rPr>
              <a:t>Tarquinius’ information seemed false and he should be kept in chains and given no further opportunity of informing </a:t>
            </a:r>
            <a:r>
              <a:rPr lang="en-US" dirty="0"/>
              <a:t>except concerning the person whose scheme it had been that he should lie about so great a matter. </a:t>
            </a:r>
          </a:p>
          <a:p>
            <a:pPr marL="0" indent="0" algn="just">
              <a:lnSpc>
                <a:spcPct val="110000"/>
              </a:lnSpc>
              <a:buNone/>
            </a:pPr>
            <a:r>
              <a:rPr lang="en-US" dirty="0"/>
              <a:t>	</a:t>
            </a:r>
          </a:p>
        </p:txBody>
      </p:sp>
      <p:sp>
        <p:nvSpPr>
          <p:cNvPr id="4" name="Rectangle 3">
            <a:extLst>
              <a:ext uri="{FF2B5EF4-FFF2-40B4-BE49-F238E27FC236}">
                <a16:creationId xmlns:a16="http://schemas.microsoft.com/office/drawing/2014/main" id="{BF6E1844-AD7C-C940-A654-1BE9B1EB7F6A}"/>
              </a:ext>
            </a:extLst>
          </p:cNvPr>
          <p:cNvSpPr/>
          <p:nvPr/>
        </p:nvSpPr>
        <p:spPr>
          <a:xfrm>
            <a:off x="0" y="6583681"/>
            <a:ext cx="3923928" cy="274320"/>
          </a:xfrm>
          <a:prstGeom prst="rect">
            <a:avLst/>
          </a:prstGeom>
          <a:solidFill>
            <a:schemeClr val="bg1"/>
          </a:solidFill>
        </p:spPr>
        <p:txBody>
          <a:bodyPr wrap="square">
            <a:spAutoFit/>
          </a:bodyPr>
          <a:lstStyle/>
          <a:p>
            <a:r>
              <a:rPr lang="en-US" sz="1200" i="1" dirty="0"/>
              <a:t>CS 2301 Lecture Week 9: Criminals and Enemy Combatants</a:t>
            </a:r>
          </a:p>
        </p:txBody>
      </p:sp>
    </p:spTree>
    <p:extLst>
      <p:ext uri="{BB962C8B-B14F-4D97-AF65-F5344CB8AC3E}">
        <p14:creationId xmlns:p14="http://schemas.microsoft.com/office/powerpoint/2010/main" val="32636681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EB355D-F8DF-C242-8455-29F1BD46F86B}"/>
              </a:ext>
            </a:extLst>
          </p:cNvPr>
          <p:cNvSpPr>
            <a:spLocks noGrp="1"/>
          </p:cNvSpPr>
          <p:nvPr>
            <p:ph type="title"/>
          </p:nvPr>
        </p:nvSpPr>
        <p:spPr/>
        <p:txBody>
          <a:bodyPr/>
          <a:lstStyle/>
          <a:p>
            <a:r>
              <a:rPr lang="en-US" i="1" dirty="0"/>
              <a:t>Catiline’s War</a:t>
            </a:r>
            <a:r>
              <a:rPr lang="en-US" dirty="0"/>
              <a:t>, page 36 (Caesar speaking)</a:t>
            </a:r>
          </a:p>
        </p:txBody>
      </p:sp>
      <p:sp>
        <p:nvSpPr>
          <p:cNvPr id="2" name="Content Placeholder 1"/>
          <p:cNvSpPr>
            <a:spLocks noGrp="1"/>
          </p:cNvSpPr>
          <p:nvPr>
            <p:ph idx="1"/>
          </p:nvPr>
        </p:nvSpPr>
        <p:spPr/>
        <p:txBody>
          <a:bodyPr/>
          <a:lstStyle/>
          <a:p>
            <a:pPr marL="0" indent="0" algn="just">
              <a:lnSpc>
                <a:spcPct val="110000"/>
              </a:lnSpc>
              <a:buNone/>
            </a:pPr>
            <a:r>
              <a:rPr lang="en-US" dirty="0"/>
              <a:t>The Lacedaemonians imposed on the defeated Athenians thirty men to handle their commonwealth. At first they began to execute, without trial, all the worst individuals and those resented by all: the people were delighted and said it was deserved. But after, when their </a:t>
            </a:r>
            <a:r>
              <a:rPr lang="en-US" dirty="0" err="1"/>
              <a:t>licence</a:t>
            </a:r>
            <a:r>
              <a:rPr lang="en-US" dirty="0"/>
              <a:t> had gradually increased, they killed good and bad indifferently at whim and terrified the rest with dread. So a community which had been oppressed by slavery paid a heavy penalty for its foolish delight. </a:t>
            </a:r>
          </a:p>
          <a:p>
            <a:pPr marL="0" indent="0">
              <a:buNone/>
            </a:pPr>
            <a:endParaRPr lang="en-US" dirty="0"/>
          </a:p>
        </p:txBody>
      </p:sp>
      <p:sp>
        <p:nvSpPr>
          <p:cNvPr id="3" name="Rectangle 2">
            <a:extLst>
              <a:ext uri="{FF2B5EF4-FFF2-40B4-BE49-F238E27FC236}">
                <a16:creationId xmlns:a16="http://schemas.microsoft.com/office/drawing/2014/main" id="{FD96642A-D51F-864A-A9CC-5349089349DB}"/>
              </a:ext>
            </a:extLst>
          </p:cNvPr>
          <p:cNvSpPr/>
          <p:nvPr/>
        </p:nvSpPr>
        <p:spPr>
          <a:xfrm>
            <a:off x="0" y="6583681"/>
            <a:ext cx="3923928" cy="274320"/>
          </a:xfrm>
          <a:prstGeom prst="rect">
            <a:avLst/>
          </a:prstGeom>
          <a:solidFill>
            <a:schemeClr val="bg1"/>
          </a:solidFill>
        </p:spPr>
        <p:txBody>
          <a:bodyPr wrap="square">
            <a:spAutoFit/>
          </a:bodyPr>
          <a:lstStyle/>
          <a:p>
            <a:r>
              <a:rPr lang="en-US" sz="1200" i="1" dirty="0"/>
              <a:t>CS 2301 Lecture Week 9: Criminals and Enemy Combatants</a:t>
            </a:r>
          </a:p>
        </p:txBody>
      </p:sp>
    </p:spTree>
    <p:extLst>
      <p:ext uri="{BB962C8B-B14F-4D97-AF65-F5344CB8AC3E}">
        <p14:creationId xmlns:p14="http://schemas.microsoft.com/office/powerpoint/2010/main" val="17280010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B5E53C0-04A3-1648-AB45-B68CA3C01AFA}"/>
              </a:ext>
            </a:extLst>
          </p:cNvPr>
          <p:cNvSpPr>
            <a:spLocks noGrp="1"/>
          </p:cNvSpPr>
          <p:nvPr>
            <p:ph type="title"/>
          </p:nvPr>
        </p:nvSpPr>
        <p:spPr/>
        <p:txBody>
          <a:bodyPr/>
          <a:lstStyle/>
          <a:p>
            <a:r>
              <a:rPr lang="en-US" i="1" dirty="0"/>
              <a:t>Catiline’s War</a:t>
            </a:r>
            <a:r>
              <a:rPr lang="en-US" dirty="0"/>
              <a:t>, page 37 (Caesar speaking)</a:t>
            </a:r>
          </a:p>
        </p:txBody>
      </p:sp>
      <p:sp>
        <p:nvSpPr>
          <p:cNvPr id="2" name="Content Placeholder 1"/>
          <p:cNvSpPr>
            <a:spLocks noGrp="1"/>
          </p:cNvSpPr>
          <p:nvPr>
            <p:ph idx="1"/>
          </p:nvPr>
        </p:nvSpPr>
        <p:spPr>
          <a:xfrm>
            <a:off x="632435" y="1340768"/>
            <a:ext cx="7886700" cy="4351338"/>
          </a:xfrm>
        </p:spPr>
        <p:txBody>
          <a:bodyPr>
            <a:noAutofit/>
          </a:bodyPr>
          <a:lstStyle/>
          <a:p>
            <a:pPr marL="0" indent="0" algn="just">
              <a:lnSpc>
                <a:spcPct val="110000"/>
              </a:lnSpc>
              <a:buNone/>
            </a:pPr>
            <a:r>
              <a:rPr lang="en-US" dirty="0"/>
              <a:t>Yet at that very same time, in imitation of Greek custom, they chastised citizens with lashes and exacted the ultimate reprisal from the condemned. But, after the commonwealth had matured and the number of citizens led to thriving factions and the innocent began to be entrapped and other things of this type to take place, then the </a:t>
            </a:r>
            <a:r>
              <a:rPr lang="en-US" dirty="0" err="1"/>
              <a:t>Porcian</a:t>
            </a:r>
            <a:r>
              <a:rPr lang="en-US" dirty="0"/>
              <a:t> Law and other laws were provided, laws by which exile was permitted to the condemned. This I think is, an especially good reason, conscript fathers, for our not adopting a new counsel. Naturally those who created so great an empire from small resources had better prowess and wisdom than there is in us, who scarcely retain what has been so well acquired. 	</a:t>
            </a:r>
          </a:p>
          <a:p>
            <a:pPr marL="0" indent="0" algn="just">
              <a:lnSpc>
                <a:spcPct val="110000"/>
              </a:lnSpc>
              <a:buNone/>
            </a:pPr>
            <a:r>
              <a:rPr lang="en-US" dirty="0"/>
              <a:t>	</a:t>
            </a:r>
          </a:p>
        </p:txBody>
      </p:sp>
      <p:sp>
        <p:nvSpPr>
          <p:cNvPr id="3" name="Rectangle 2">
            <a:extLst>
              <a:ext uri="{FF2B5EF4-FFF2-40B4-BE49-F238E27FC236}">
                <a16:creationId xmlns:a16="http://schemas.microsoft.com/office/drawing/2014/main" id="{D5BB2A27-E7C8-1B4C-9074-6854534C7645}"/>
              </a:ext>
            </a:extLst>
          </p:cNvPr>
          <p:cNvSpPr/>
          <p:nvPr/>
        </p:nvSpPr>
        <p:spPr>
          <a:xfrm>
            <a:off x="0" y="6583681"/>
            <a:ext cx="3923928" cy="274320"/>
          </a:xfrm>
          <a:prstGeom prst="rect">
            <a:avLst/>
          </a:prstGeom>
          <a:solidFill>
            <a:schemeClr val="bg1"/>
          </a:solidFill>
        </p:spPr>
        <p:txBody>
          <a:bodyPr wrap="square">
            <a:spAutoFit/>
          </a:bodyPr>
          <a:lstStyle/>
          <a:p>
            <a:r>
              <a:rPr lang="en-US" sz="1200" i="1" dirty="0"/>
              <a:t>CS 2301 Lecture Week 9: Criminals and Enemy Combatants</a:t>
            </a:r>
          </a:p>
        </p:txBody>
      </p:sp>
    </p:spTree>
    <p:extLst>
      <p:ext uri="{BB962C8B-B14F-4D97-AF65-F5344CB8AC3E}">
        <p14:creationId xmlns:p14="http://schemas.microsoft.com/office/powerpoint/2010/main" val="4924909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8286BA-9365-FE43-BA8C-81B4C376FCD5}"/>
              </a:ext>
            </a:extLst>
          </p:cNvPr>
          <p:cNvSpPr>
            <a:spLocks noGrp="1"/>
          </p:cNvSpPr>
          <p:nvPr>
            <p:ph type="title"/>
          </p:nvPr>
        </p:nvSpPr>
        <p:spPr/>
        <p:txBody>
          <a:bodyPr/>
          <a:lstStyle/>
          <a:p>
            <a:r>
              <a:rPr lang="en-US" i="1" dirty="0"/>
              <a:t>Catiline’s War</a:t>
            </a:r>
            <a:r>
              <a:rPr lang="en-US" dirty="0"/>
              <a:t>, page 37 (Caesar speaking)</a:t>
            </a:r>
          </a:p>
        </p:txBody>
      </p:sp>
      <p:sp>
        <p:nvSpPr>
          <p:cNvPr id="2" name="Content Placeholder 1"/>
          <p:cNvSpPr>
            <a:spLocks noGrp="1"/>
          </p:cNvSpPr>
          <p:nvPr>
            <p:ph idx="1"/>
          </p:nvPr>
        </p:nvSpPr>
        <p:spPr/>
        <p:txBody>
          <a:bodyPr/>
          <a:lstStyle/>
          <a:p>
            <a:pPr marL="0" indent="0" algn="just">
              <a:lnSpc>
                <a:spcPct val="110000"/>
              </a:lnSpc>
              <a:buNone/>
            </a:pPr>
            <a:r>
              <a:rPr lang="en-US" dirty="0"/>
              <a:t>'Should they therefore be discharged and Catiline's army be increased? Not at all. </a:t>
            </a:r>
            <a:r>
              <a:rPr lang="en-US" dirty="0">
                <a:solidFill>
                  <a:srgbClr val="0070C0"/>
                </a:solidFill>
              </a:rPr>
              <a:t>But I do propose as follows: that their money should be confiscated and they themselves held in chains in the municipalities which have the most effective resources</a:t>
            </a:r>
            <a:r>
              <a:rPr lang="en-US" dirty="0"/>
              <a:t>; that no one afterwards should bring a motion before the senate concerning them nor discuss them in front of the people; and that the senate thinks that whoever acts otherwise shall be acting against the commonwealth and the welfare of all.' </a:t>
            </a:r>
          </a:p>
        </p:txBody>
      </p:sp>
      <p:sp>
        <p:nvSpPr>
          <p:cNvPr id="3" name="Rectangle 2">
            <a:extLst>
              <a:ext uri="{FF2B5EF4-FFF2-40B4-BE49-F238E27FC236}">
                <a16:creationId xmlns:a16="http://schemas.microsoft.com/office/drawing/2014/main" id="{0834D870-CC1E-F84A-B89F-5B6E2718A3A5}"/>
              </a:ext>
            </a:extLst>
          </p:cNvPr>
          <p:cNvSpPr/>
          <p:nvPr/>
        </p:nvSpPr>
        <p:spPr>
          <a:xfrm>
            <a:off x="0" y="6583681"/>
            <a:ext cx="3923928" cy="274320"/>
          </a:xfrm>
          <a:prstGeom prst="rect">
            <a:avLst/>
          </a:prstGeom>
          <a:solidFill>
            <a:schemeClr val="bg1"/>
          </a:solidFill>
        </p:spPr>
        <p:txBody>
          <a:bodyPr wrap="square">
            <a:spAutoFit/>
          </a:bodyPr>
          <a:lstStyle/>
          <a:p>
            <a:r>
              <a:rPr lang="en-US" sz="1200" i="1" dirty="0"/>
              <a:t>CS 2301 Lecture Week 9: Criminals and Enemy Combatants</a:t>
            </a:r>
          </a:p>
        </p:txBody>
      </p:sp>
    </p:spTree>
    <p:extLst>
      <p:ext uri="{BB962C8B-B14F-4D97-AF65-F5344CB8AC3E}">
        <p14:creationId xmlns:p14="http://schemas.microsoft.com/office/powerpoint/2010/main" val="143679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F2850C2-2825-B64D-B30F-F4D856B04202}"/>
              </a:ext>
            </a:extLst>
          </p:cNvPr>
          <p:cNvSpPr>
            <a:spLocks noGrp="1"/>
          </p:cNvSpPr>
          <p:nvPr>
            <p:ph type="title"/>
          </p:nvPr>
        </p:nvSpPr>
        <p:spPr/>
        <p:txBody>
          <a:bodyPr/>
          <a:lstStyle/>
          <a:p>
            <a:r>
              <a:rPr lang="en-US" i="1" dirty="0"/>
              <a:t>Catiline’s War</a:t>
            </a:r>
            <a:r>
              <a:rPr lang="en-US" dirty="0"/>
              <a:t>, page 37 (Cato speaking)</a:t>
            </a:r>
          </a:p>
        </p:txBody>
      </p:sp>
      <p:sp>
        <p:nvSpPr>
          <p:cNvPr id="2" name="Content Placeholder 1"/>
          <p:cNvSpPr>
            <a:spLocks noGrp="1"/>
          </p:cNvSpPr>
          <p:nvPr>
            <p:ph idx="1"/>
          </p:nvPr>
        </p:nvSpPr>
        <p:spPr>
          <a:xfrm>
            <a:off x="628650" y="1412776"/>
            <a:ext cx="7886700" cy="4351338"/>
          </a:xfrm>
        </p:spPr>
        <p:txBody>
          <a:bodyPr>
            <a:noAutofit/>
          </a:bodyPr>
          <a:lstStyle/>
          <a:p>
            <a:pPr marL="0" indent="0" algn="just">
              <a:lnSpc>
                <a:spcPct val="110000"/>
              </a:lnSpc>
              <a:buNone/>
            </a:pPr>
            <a:r>
              <a:rPr lang="en-US" dirty="0"/>
              <a:t>'Far different is my inclination, conscript fathers, when I contemplate the circumstances of our dangers and when I think over to myself the opinions of several of the members. They seem to me to have spoken about the punishment of men who prepared war against their own fatherland, parents, altars and hearths; but circumstances suggest that we should be wary of those men rather than that we should be deliberating what decision to take against them. </a:t>
            </a:r>
            <a:r>
              <a:rPr lang="en-US" dirty="0">
                <a:solidFill>
                  <a:srgbClr val="0070C0"/>
                </a:solidFill>
              </a:rPr>
              <a:t>Other misdeeds you pursue only when they have already been done but, unless you see to it that this one does not befall us, you will invoke the courts in vain when it has happened: when a city has been captured, the defeated have nothing left. </a:t>
            </a:r>
          </a:p>
          <a:p>
            <a:pPr marL="0" indent="0">
              <a:buNone/>
            </a:pPr>
            <a:endParaRPr lang="en-US" dirty="0"/>
          </a:p>
        </p:txBody>
      </p:sp>
      <p:sp>
        <p:nvSpPr>
          <p:cNvPr id="3" name="Rectangle 2">
            <a:extLst>
              <a:ext uri="{FF2B5EF4-FFF2-40B4-BE49-F238E27FC236}">
                <a16:creationId xmlns:a16="http://schemas.microsoft.com/office/drawing/2014/main" id="{41E03DE5-B4FA-AC47-B196-D38C08C1375F}"/>
              </a:ext>
            </a:extLst>
          </p:cNvPr>
          <p:cNvSpPr/>
          <p:nvPr/>
        </p:nvSpPr>
        <p:spPr>
          <a:xfrm>
            <a:off x="0" y="6583681"/>
            <a:ext cx="3923928" cy="274320"/>
          </a:xfrm>
          <a:prstGeom prst="rect">
            <a:avLst/>
          </a:prstGeom>
          <a:solidFill>
            <a:schemeClr val="bg1"/>
          </a:solidFill>
        </p:spPr>
        <p:txBody>
          <a:bodyPr wrap="square">
            <a:spAutoFit/>
          </a:bodyPr>
          <a:lstStyle/>
          <a:p>
            <a:r>
              <a:rPr lang="en-US" sz="1200" i="1" dirty="0"/>
              <a:t>CS 2301 Lecture Week 9: Criminals and Enemy Combatants</a:t>
            </a:r>
          </a:p>
        </p:txBody>
      </p:sp>
    </p:spTree>
    <p:extLst>
      <p:ext uri="{BB962C8B-B14F-4D97-AF65-F5344CB8AC3E}">
        <p14:creationId xmlns:p14="http://schemas.microsoft.com/office/powerpoint/2010/main" val="16063745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C7579E4-0D4A-CF4A-9A45-7CD81AA8DA70}"/>
              </a:ext>
            </a:extLst>
          </p:cNvPr>
          <p:cNvSpPr>
            <a:spLocks noGrp="1"/>
          </p:cNvSpPr>
          <p:nvPr>
            <p:ph type="title"/>
          </p:nvPr>
        </p:nvSpPr>
        <p:spPr/>
        <p:txBody>
          <a:bodyPr/>
          <a:lstStyle/>
          <a:p>
            <a:r>
              <a:rPr lang="en-US" i="1" dirty="0"/>
              <a:t>Catiline’s War</a:t>
            </a:r>
            <a:r>
              <a:rPr lang="en-US" dirty="0"/>
              <a:t>, page 39 (Cato speaking)</a:t>
            </a:r>
          </a:p>
        </p:txBody>
      </p:sp>
      <p:sp>
        <p:nvSpPr>
          <p:cNvPr id="2" name="Content Placeholder 1"/>
          <p:cNvSpPr>
            <a:spLocks noGrp="1"/>
          </p:cNvSpPr>
          <p:nvPr>
            <p:ph idx="1"/>
          </p:nvPr>
        </p:nvSpPr>
        <p:spPr/>
        <p:txBody>
          <a:bodyPr/>
          <a:lstStyle/>
          <a:p>
            <a:pPr marL="0" indent="0" algn="just">
              <a:lnSpc>
                <a:spcPct val="110000"/>
              </a:lnSpc>
              <a:buNone/>
            </a:pPr>
            <a:r>
              <a:rPr lang="en-US" dirty="0"/>
              <a:t>For that reason, when you decide about P. </a:t>
            </a:r>
            <a:r>
              <a:rPr lang="en-US" dirty="0" err="1"/>
              <a:t>Lentulus</a:t>
            </a:r>
            <a:r>
              <a:rPr lang="en-US" dirty="0"/>
              <a:t> and the others, be assured that at the same time you are issuing a decree about Catiline's army and about all the conspirators. The more attentively you conduct these matters, the weaker the spirit in those quarters will be; but, if they see you wilt only a very little, all of them will soon make their defiant presence felt. </a:t>
            </a:r>
          </a:p>
        </p:txBody>
      </p:sp>
      <p:sp>
        <p:nvSpPr>
          <p:cNvPr id="3" name="Rectangle 2">
            <a:extLst>
              <a:ext uri="{FF2B5EF4-FFF2-40B4-BE49-F238E27FC236}">
                <a16:creationId xmlns:a16="http://schemas.microsoft.com/office/drawing/2014/main" id="{3015915C-FBF8-CB40-A23F-03DC2E317A6D}"/>
              </a:ext>
            </a:extLst>
          </p:cNvPr>
          <p:cNvSpPr/>
          <p:nvPr/>
        </p:nvSpPr>
        <p:spPr>
          <a:xfrm>
            <a:off x="0" y="6583681"/>
            <a:ext cx="3923928" cy="274320"/>
          </a:xfrm>
          <a:prstGeom prst="rect">
            <a:avLst/>
          </a:prstGeom>
          <a:solidFill>
            <a:schemeClr val="bg1"/>
          </a:solidFill>
        </p:spPr>
        <p:txBody>
          <a:bodyPr wrap="square">
            <a:spAutoFit/>
          </a:bodyPr>
          <a:lstStyle/>
          <a:p>
            <a:r>
              <a:rPr lang="en-US" sz="1200" i="1" dirty="0"/>
              <a:t>CS 2301 Lecture Week 9: Criminals and Enemy Combatants</a:t>
            </a:r>
          </a:p>
        </p:txBody>
      </p:sp>
    </p:spTree>
    <p:extLst>
      <p:ext uri="{BB962C8B-B14F-4D97-AF65-F5344CB8AC3E}">
        <p14:creationId xmlns:p14="http://schemas.microsoft.com/office/powerpoint/2010/main" val="41327489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004CF7D-1D23-E44B-95BE-A63B2D47493D}"/>
              </a:ext>
            </a:extLst>
          </p:cNvPr>
          <p:cNvSpPr>
            <a:spLocks noGrp="1"/>
          </p:cNvSpPr>
          <p:nvPr>
            <p:ph type="title"/>
          </p:nvPr>
        </p:nvSpPr>
        <p:spPr/>
        <p:txBody>
          <a:bodyPr/>
          <a:lstStyle/>
          <a:p>
            <a:r>
              <a:rPr lang="en-US" i="1" dirty="0"/>
              <a:t>Catiline’s War</a:t>
            </a:r>
            <a:r>
              <a:rPr lang="en-US" dirty="0"/>
              <a:t>, pages 39-40 (Cato speaking)</a:t>
            </a:r>
          </a:p>
        </p:txBody>
      </p:sp>
      <p:sp>
        <p:nvSpPr>
          <p:cNvPr id="2" name="Content Placeholder 1"/>
          <p:cNvSpPr>
            <a:spLocks noGrp="1"/>
          </p:cNvSpPr>
          <p:nvPr>
            <p:ph idx="1"/>
          </p:nvPr>
        </p:nvSpPr>
        <p:spPr/>
        <p:txBody>
          <a:bodyPr>
            <a:normAutofit lnSpcReduction="10000"/>
          </a:bodyPr>
          <a:lstStyle/>
          <a:p>
            <a:pPr marL="0" indent="0" algn="just">
              <a:lnSpc>
                <a:spcPct val="110000"/>
              </a:lnSpc>
              <a:buNone/>
            </a:pPr>
            <a:r>
              <a:rPr lang="en-US" dirty="0"/>
              <a:t>‘Citizens of the greatest nobility have conspired to burn their fatherland; they summon the </a:t>
            </a:r>
            <a:r>
              <a:rPr lang="en-US" dirty="0" err="1"/>
              <a:t>Gauls</a:t>
            </a:r>
            <a:r>
              <a:rPr lang="en-US" dirty="0"/>
              <a:t>, a people most hostile to the name of Rome, to war; the enemy leader and his army are poised over our heads: do you, then, still hesitate and doubt what to do with the enemies caught inside the walls? I propose that you take pity on them - mere young men who did wrong through ambition and discharge them still armed!  Do not let your mercy and pity make you pitiable yourselves, should they take to arms! "Certainly the issue itself is harsh", you say, but you "do not fear it."  </a:t>
            </a:r>
            <a:r>
              <a:rPr lang="mr-IN" dirty="0"/>
              <a:t>…</a:t>
            </a:r>
            <a:endParaRPr lang="en-US" dirty="0"/>
          </a:p>
          <a:p>
            <a:pPr marL="0" indent="0" algn="just">
              <a:lnSpc>
                <a:spcPct val="110000"/>
              </a:lnSpc>
              <a:buNone/>
            </a:pPr>
            <a:endParaRPr lang="en-US" dirty="0"/>
          </a:p>
          <a:p>
            <a:pPr marL="0" indent="0" algn="just">
              <a:lnSpc>
                <a:spcPct val="110000"/>
              </a:lnSpc>
              <a:buNone/>
            </a:pPr>
            <a:r>
              <a:rPr lang="en-US" dirty="0"/>
              <a:t>							[continued next slide…]</a:t>
            </a:r>
          </a:p>
          <a:p>
            <a:pPr marL="0" indent="0">
              <a:buNone/>
            </a:pPr>
            <a:endParaRPr lang="en-US" dirty="0"/>
          </a:p>
        </p:txBody>
      </p:sp>
      <p:sp>
        <p:nvSpPr>
          <p:cNvPr id="3" name="Rectangle 2">
            <a:extLst>
              <a:ext uri="{FF2B5EF4-FFF2-40B4-BE49-F238E27FC236}">
                <a16:creationId xmlns:a16="http://schemas.microsoft.com/office/drawing/2014/main" id="{7CC65978-D502-764B-B53F-F397DA7E735F}"/>
              </a:ext>
            </a:extLst>
          </p:cNvPr>
          <p:cNvSpPr/>
          <p:nvPr/>
        </p:nvSpPr>
        <p:spPr>
          <a:xfrm>
            <a:off x="0" y="6583681"/>
            <a:ext cx="3923928" cy="274320"/>
          </a:xfrm>
          <a:prstGeom prst="rect">
            <a:avLst/>
          </a:prstGeom>
          <a:solidFill>
            <a:schemeClr val="bg1"/>
          </a:solidFill>
        </p:spPr>
        <p:txBody>
          <a:bodyPr wrap="square">
            <a:spAutoFit/>
          </a:bodyPr>
          <a:lstStyle/>
          <a:p>
            <a:r>
              <a:rPr lang="en-US" sz="1200" i="1" dirty="0"/>
              <a:t>CS 2301 Lecture Week 9: Criminals and Enemy Combatants</a:t>
            </a:r>
          </a:p>
        </p:txBody>
      </p:sp>
    </p:spTree>
    <p:extLst>
      <p:ext uri="{BB962C8B-B14F-4D97-AF65-F5344CB8AC3E}">
        <p14:creationId xmlns:p14="http://schemas.microsoft.com/office/powerpoint/2010/main" val="28019463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lnSpc>
                <a:spcPct val="110000"/>
              </a:lnSpc>
            </a:pPr>
            <a:r>
              <a:rPr lang="en-US" dirty="0"/>
              <a:t>(continued from previous slide)</a:t>
            </a:r>
          </a:p>
          <a:p>
            <a:pPr algn="just">
              <a:lnSpc>
                <a:spcPct val="110000"/>
              </a:lnSpc>
            </a:pPr>
            <a:r>
              <a:rPr lang="mr-IN" dirty="0"/>
              <a:t>…</a:t>
            </a:r>
            <a:r>
              <a:rPr lang="en-US" dirty="0"/>
              <a:t>Yet you do, and very greatly; but through idleness and soft-heartedness you hesitate, one waiting for another, evidently trusting in the immortal gods, who have often saved this commonwealth in its greatest dangers. </a:t>
            </a:r>
            <a:r>
              <a:rPr lang="en-US" dirty="0">
                <a:solidFill>
                  <a:srgbClr val="0070C0"/>
                </a:solidFill>
              </a:rPr>
              <a:t>Yet it is not by prayers and womanly supplications that the help of the gods is acquired; it is by watchfulness, action and good deliberation that everything ends successfully.</a:t>
            </a:r>
            <a:r>
              <a:rPr lang="en-US" dirty="0"/>
              <a:t> When you submit to lethargy and apathy, you invoke the gods in vain: they are angry and hostile. </a:t>
            </a:r>
          </a:p>
          <a:p>
            <a:pPr algn="just">
              <a:lnSpc>
                <a:spcPct val="110000"/>
              </a:lnSpc>
            </a:pPr>
            <a:r>
              <a:rPr lang="en-US" dirty="0"/>
              <a:t>	</a:t>
            </a:r>
          </a:p>
        </p:txBody>
      </p:sp>
      <p:sp>
        <p:nvSpPr>
          <p:cNvPr id="3" name="Rectangle 2">
            <a:extLst>
              <a:ext uri="{FF2B5EF4-FFF2-40B4-BE49-F238E27FC236}">
                <a16:creationId xmlns:a16="http://schemas.microsoft.com/office/drawing/2014/main" id="{51A84B05-DFAC-684E-8AAF-FF88B3BD9B96}"/>
              </a:ext>
            </a:extLst>
          </p:cNvPr>
          <p:cNvSpPr/>
          <p:nvPr/>
        </p:nvSpPr>
        <p:spPr>
          <a:xfrm>
            <a:off x="0" y="6583681"/>
            <a:ext cx="3923928" cy="274320"/>
          </a:xfrm>
          <a:prstGeom prst="rect">
            <a:avLst/>
          </a:prstGeom>
          <a:solidFill>
            <a:schemeClr val="bg1"/>
          </a:solidFill>
        </p:spPr>
        <p:txBody>
          <a:bodyPr wrap="square">
            <a:spAutoFit/>
          </a:bodyPr>
          <a:lstStyle/>
          <a:p>
            <a:r>
              <a:rPr lang="en-US" sz="1200" i="1" dirty="0"/>
              <a:t>CS 2301 Lecture Week 9: Criminals and Enemy Combatants</a:t>
            </a:r>
          </a:p>
        </p:txBody>
      </p:sp>
    </p:spTree>
    <p:extLst>
      <p:ext uri="{BB962C8B-B14F-4D97-AF65-F5344CB8AC3E}">
        <p14:creationId xmlns:p14="http://schemas.microsoft.com/office/powerpoint/2010/main" val="16800299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F7035EB-96D0-E941-82EA-4948C0FC3944}"/>
              </a:ext>
            </a:extLst>
          </p:cNvPr>
          <p:cNvSpPr>
            <a:spLocks noGrp="1"/>
          </p:cNvSpPr>
          <p:nvPr>
            <p:ph type="title"/>
          </p:nvPr>
        </p:nvSpPr>
        <p:spPr/>
        <p:txBody>
          <a:bodyPr/>
          <a:lstStyle/>
          <a:p>
            <a:r>
              <a:rPr lang="en-US" i="1" dirty="0"/>
              <a:t>Catiline’s War</a:t>
            </a:r>
            <a:r>
              <a:rPr lang="en-US" dirty="0"/>
              <a:t>, page 46</a:t>
            </a:r>
          </a:p>
        </p:txBody>
      </p:sp>
      <p:sp>
        <p:nvSpPr>
          <p:cNvPr id="2" name="Content Placeholder 1"/>
          <p:cNvSpPr>
            <a:spLocks noGrp="1"/>
          </p:cNvSpPr>
          <p:nvPr>
            <p:ph idx="1"/>
          </p:nvPr>
        </p:nvSpPr>
        <p:spPr/>
        <p:txBody>
          <a:bodyPr/>
          <a:lstStyle/>
          <a:p>
            <a:pPr marL="0" indent="0" algn="just">
              <a:lnSpc>
                <a:spcPct val="110000"/>
              </a:lnSpc>
              <a:buNone/>
            </a:pPr>
            <a:r>
              <a:rPr lang="en-US" dirty="0"/>
              <a:t>Meanwhile Catiline was active in the front line with his unencumbered troops: he helped the flagging, summoned the fit to take over from the injured, made every provision, fought hard himself, and often struck the enemy: he performed simultaneously the duties of committed soldier and good commander. </a:t>
            </a:r>
          </a:p>
          <a:p>
            <a:pPr marL="0" indent="0" algn="just">
              <a:buNone/>
            </a:pPr>
            <a:endParaRPr lang="en-US" dirty="0"/>
          </a:p>
        </p:txBody>
      </p:sp>
      <p:sp>
        <p:nvSpPr>
          <p:cNvPr id="3" name="Rectangle 2">
            <a:extLst>
              <a:ext uri="{FF2B5EF4-FFF2-40B4-BE49-F238E27FC236}">
                <a16:creationId xmlns:a16="http://schemas.microsoft.com/office/drawing/2014/main" id="{51834D7C-C00F-564E-9C3C-998B50E965D3}"/>
              </a:ext>
            </a:extLst>
          </p:cNvPr>
          <p:cNvSpPr/>
          <p:nvPr/>
        </p:nvSpPr>
        <p:spPr>
          <a:xfrm>
            <a:off x="0" y="6583681"/>
            <a:ext cx="3923928" cy="274320"/>
          </a:xfrm>
          <a:prstGeom prst="rect">
            <a:avLst/>
          </a:prstGeom>
          <a:solidFill>
            <a:schemeClr val="bg1"/>
          </a:solidFill>
        </p:spPr>
        <p:txBody>
          <a:bodyPr wrap="square">
            <a:spAutoFit/>
          </a:bodyPr>
          <a:lstStyle/>
          <a:p>
            <a:r>
              <a:rPr lang="en-US" sz="1200" i="1" dirty="0"/>
              <a:t>CS 2301 Lecture Week 9: Criminals and Enemy Combatants</a:t>
            </a:r>
          </a:p>
        </p:txBody>
      </p:sp>
    </p:spTree>
    <p:extLst>
      <p:ext uri="{BB962C8B-B14F-4D97-AF65-F5344CB8AC3E}">
        <p14:creationId xmlns:p14="http://schemas.microsoft.com/office/powerpoint/2010/main" val="21870019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B6DD3CA-2F8D-9C41-8FCF-C07B28D0E86B}"/>
              </a:ext>
            </a:extLst>
          </p:cNvPr>
          <p:cNvSpPr>
            <a:spLocks noGrp="1"/>
          </p:cNvSpPr>
          <p:nvPr>
            <p:ph type="title"/>
          </p:nvPr>
        </p:nvSpPr>
        <p:spPr/>
        <p:txBody>
          <a:bodyPr/>
          <a:lstStyle/>
          <a:p>
            <a:r>
              <a:rPr lang="en-US" i="1" dirty="0"/>
              <a:t>Catiline’s War</a:t>
            </a:r>
            <a:r>
              <a:rPr lang="en-US" dirty="0"/>
              <a:t>, page 46</a:t>
            </a:r>
          </a:p>
        </p:txBody>
      </p:sp>
      <p:sp>
        <p:nvSpPr>
          <p:cNvPr id="2" name="Content Placeholder 1"/>
          <p:cNvSpPr>
            <a:spLocks noGrp="1"/>
          </p:cNvSpPr>
          <p:nvPr>
            <p:ph idx="1"/>
          </p:nvPr>
        </p:nvSpPr>
        <p:spPr/>
        <p:txBody>
          <a:bodyPr/>
          <a:lstStyle/>
          <a:p>
            <a:pPr marL="0" indent="0" algn="just">
              <a:lnSpc>
                <a:spcPct val="110000"/>
              </a:lnSpc>
              <a:buNone/>
            </a:pPr>
            <a:r>
              <a:rPr lang="en-US" dirty="0"/>
              <a:t>When </a:t>
            </a:r>
            <a:r>
              <a:rPr lang="en-US" dirty="0" err="1"/>
              <a:t>Petreius</a:t>
            </a:r>
            <a:r>
              <a:rPr lang="en-US" dirty="0"/>
              <a:t>, contrary to what he had expected, saw the great strength of Catiline's exertions, he led his praetorian cohort into the enemy's </a:t>
            </a:r>
            <a:r>
              <a:rPr lang="en-US" dirty="0" err="1"/>
              <a:t>centre</a:t>
            </a:r>
            <a:r>
              <a:rPr lang="en-US" dirty="0"/>
              <a:t> and, having caused great confusion there, killed them as well as others who resisted in various other places; then, from the flanks on both sides, he attacked the rest. Manlius and the </a:t>
            </a:r>
            <a:r>
              <a:rPr lang="en-US" dirty="0" err="1"/>
              <a:t>Faesulan</a:t>
            </a:r>
            <a:r>
              <a:rPr lang="en-US" dirty="0"/>
              <a:t> fell fighting amongst the foremost; </a:t>
            </a:r>
            <a:r>
              <a:rPr lang="en-US" dirty="0">
                <a:solidFill>
                  <a:srgbClr val="0070C0"/>
                </a:solidFill>
              </a:rPr>
              <a:t>as for Catiline, after he saw his forces routed and himself with only a few left, mindful of his lineage and his own old-time status, he rushed into the thickest of the enemy and there, fighting, was stabbed. </a:t>
            </a:r>
            <a:r>
              <a:rPr lang="en-US" dirty="0"/>
              <a:t>	</a:t>
            </a:r>
          </a:p>
        </p:txBody>
      </p:sp>
      <p:sp>
        <p:nvSpPr>
          <p:cNvPr id="3" name="Rectangle 2">
            <a:extLst>
              <a:ext uri="{FF2B5EF4-FFF2-40B4-BE49-F238E27FC236}">
                <a16:creationId xmlns:a16="http://schemas.microsoft.com/office/drawing/2014/main" id="{3CAEB7BA-8D2B-AA46-916A-39D13CADE0B8}"/>
              </a:ext>
            </a:extLst>
          </p:cNvPr>
          <p:cNvSpPr/>
          <p:nvPr/>
        </p:nvSpPr>
        <p:spPr>
          <a:xfrm>
            <a:off x="0" y="6583681"/>
            <a:ext cx="3923928" cy="274320"/>
          </a:xfrm>
          <a:prstGeom prst="rect">
            <a:avLst/>
          </a:prstGeom>
          <a:solidFill>
            <a:schemeClr val="bg1"/>
          </a:solidFill>
        </p:spPr>
        <p:txBody>
          <a:bodyPr wrap="square">
            <a:spAutoFit/>
          </a:bodyPr>
          <a:lstStyle/>
          <a:p>
            <a:r>
              <a:rPr lang="en-US" sz="1200" i="1" dirty="0"/>
              <a:t>CS 2301 Lecture Week 9: Criminals and Enemy Combatants</a:t>
            </a:r>
          </a:p>
        </p:txBody>
      </p:sp>
    </p:spTree>
    <p:extLst>
      <p:ext uri="{BB962C8B-B14F-4D97-AF65-F5344CB8AC3E}">
        <p14:creationId xmlns:p14="http://schemas.microsoft.com/office/powerpoint/2010/main" val="27410656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AF6C6C5-7B4C-6149-9604-BFC9065935EF}"/>
              </a:ext>
            </a:extLst>
          </p:cNvPr>
          <p:cNvSpPr>
            <a:spLocks noGrp="1"/>
          </p:cNvSpPr>
          <p:nvPr>
            <p:ph type="title"/>
          </p:nvPr>
        </p:nvSpPr>
        <p:spPr/>
        <p:txBody>
          <a:bodyPr/>
          <a:lstStyle/>
          <a:p>
            <a:r>
              <a:rPr lang="en-US" i="1" dirty="0"/>
              <a:t>Catiline’s War</a:t>
            </a:r>
            <a:r>
              <a:rPr lang="en-US" dirty="0"/>
              <a:t>, page 47</a:t>
            </a:r>
          </a:p>
        </p:txBody>
      </p:sp>
      <p:sp>
        <p:nvSpPr>
          <p:cNvPr id="2" name="Content Placeholder 1"/>
          <p:cNvSpPr>
            <a:spLocks noGrp="1"/>
          </p:cNvSpPr>
          <p:nvPr>
            <p:ph idx="1"/>
          </p:nvPr>
        </p:nvSpPr>
        <p:spPr>
          <a:xfrm>
            <a:off x="628650" y="1412776"/>
            <a:ext cx="7886700" cy="4351338"/>
          </a:xfrm>
        </p:spPr>
        <p:txBody>
          <a:bodyPr/>
          <a:lstStyle/>
          <a:p>
            <a:pPr marL="0" indent="0" algn="just">
              <a:lnSpc>
                <a:spcPct val="110000"/>
              </a:lnSpc>
              <a:buNone/>
            </a:pPr>
            <a:r>
              <a:rPr lang="en-US" dirty="0"/>
              <a:t>Yet neither had the army of the Roman people achieved a delightful or bloodless victory: all the most committed had either fallen in the battle or retired seriously wounded. As for the many who had emerged from the camp for the purposes of viewing or plundering and were turning over the enemy corpses, some discovered a friend, others a guest or relative; likewise there were those who recognized their own personal antagonists. Thus, throughout the entire army, delight, sorrow, grief and joy were variously experienced. </a:t>
            </a:r>
          </a:p>
        </p:txBody>
      </p:sp>
      <p:sp>
        <p:nvSpPr>
          <p:cNvPr id="3" name="Rectangle 2">
            <a:extLst>
              <a:ext uri="{FF2B5EF4-FFF2-40B4-BE49-F238E27FC236}">
                <a16:creationId xmlns:a16="http://schemas.microsoft.com/office/drawing/2014/main" id="{C82639DA-6D8D-0942-9947-A841FE37F557}"/>
              </a:ext>
            </a:extLst>
          </p:cNvPr>
          <p:cNvSpPr/>
          <p:nvPr/>
        </p:nvSpPr>
        <p:spPr>
          <a:xfrm>
            <a:off x="0" y="6583681"/>
            <a:ext cx="3923928" cy="274320"/>
          </a:xfrm>
          <a:prstGeom prst="rect">
            <a:avLst/>
          </a:prstGeom>
          <a:solidFill>
            <a:schemeClr val="bg1"/>
          </a:solidFill>
        </p:spPr>
        <p:txBody>
          <a:bodyPr wrap="square">
            <a:spAutoFit/>
          </a:bodyPr>
          <a:lstStyle/>
          <a:p>
            <a:r>
              <a:rPr lang="en-US" sz="1200" i="1" dirty="0"/>
              <a:t>CS 2301 Lecture Week 9: Criminals and Enemy Combatants</a:t>
            </a:r>
          </a:p>
        </p:txBody>
      </p:sp>
    </p:spTree>
    <p:extLst>
      <p:ext uri="{BB962C8B-B14F-4D97-AF65-F5344CB8AC3E}">
        <p14:creationId xmlns:p14="http://schemas.microsoft.com/office/powerpoint/2010/main" val="20813853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15">
            <a:extLst>
              <a:ext uri="{FF2B5EF4-FFF2-40B4-BE49-F238E27FC236}">
                <a16:creationId xmlns:a16="http://schemas.microsoft.com/office/drawing/2014/main" id="{56651B3B-2F8A-4E48-BEA0-5D35421CE7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5BA75565-9CB4-C64D-972B-7B866B9A9A95}"/>
              </a:ext>
            </a:extLst>
          </p:cNvPr>
          <p:cNvPicPr>
            <a:picLocks noChangeAspect="1"/>
          </p:cNvPicPr>
          <p:nvPr/>
        </p:nvPicPr>
        <p:blipFill>
          <a:blip r:embed="rId2"/>
          <a:stretch>
            <a:fillRect/>
          </a:stretch>
        </p:blipFill>
        <p:spPr>
          <a:xfrm>
            <a:off x="482600" y="933589"/>
            <a:ext cx="4709138" cy="1012464"/>
          </a:xfrm>
          <a:prstGeom prst="rect">
            <a:avLst/>
          </a:prstGeom>
        </p:spPr>
      </p:pic>
      <p:sp>
        <p:nvSpPr>
          <p:cNvPr id="35" name="Rectangle 17">
            <a:extLst>
              <a:ext uri="{FF2B5EF4-FFF2-40B4-BE49-F238E27FC236}">
                <a16:creationId xmlns:a16="http://schemas.microsoft.com/office/drawing/2014/main" id="{112839B5-6527-4FE1-B5CA-71D5FFC47C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752927"/>
            <a:ext cx="5674724" cy="8229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A2DDE992-EEB0-BB4B-91FB-5470BDB3540C}"/>
              </a:ext>
            </a:extLst>
          </p:cNvPr>
          <p:cNvPicPr>
            <a:picLocks noChangeAspect="1"/>
          </p:cNvPicPr>
          <p:nvPr/>
        </p:nvPicPr>
        <p:blipFill>
          <a:blip r:embed="rId3"/>
          <a:stretch>
            <a:fillRect/>
          </a:stretch>
        </p:blipFill>
        <p:spPr>
          <a:xfrm>
            <a:off x="482600" y="3192151"/>
            <a:ext cx="4709139" cy="3013848"/>
          </a:xfrm>
          <a:prstGeom prst="rect">
            <a:avLst/>
          </a:prstGeom>
        </p:spPr>
      </p:pic>
      <p:sp>
        <p:nvSpPr>
          <p:cNvPr id="36" name="Rectangle 19">
            <a:extLst>
              <a:ext uri="{FF2B5EF4-FFF2-40B4-BE49-F238E27FC236}">
                <a16:creationId xmlns:a16="http://schemas.microsoft.com/office/drawing/2014/main" id="{BE12D8E2-6088-4997-A8C6-1794DA9E1D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75109" y="0"/>
            <a:ext cx="61722"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2028B8D7-85DE-E74D-8909-B81813924C1D}"/>
              </a:ext>
            </a:extLst>
          </p:cNvPr>
          <p:cNvPicPr>
            <a:picLocks noChangeAspect="1"/>
          </p:cNvPicPr>
          <p:nvPr/>
        </p:nvPicPr>
        <p:blipFill>
          <a:blip r:embed="rId4"/>
          <a:stretch>
            <a:fillRect/>
          </a:stretch>
        </p:blipFill>
        <p:spPr>
          <a:xfrm>
            <a:off x="5984989" y="853858"/>
            <a:ext cx="2580483" cy="2154660"/>
          </a:xfrm>
          <a:prstGeom prst="rect">
            <a:avLst/>
          </a:prstGeom>
        </p:spPr>
      </p:pic>
      <p:sp>
        <p:nvSpPr>
          <p:cNvPr id="37" name="Rectangle 21">
            <a:extLst>
              <a:ext uri="{FF2B5EF4-FFF2-40B4-BE49-F238E27FC236}">
                <a16:creationId xmlns:a16="http://schemas.microsoft.com/office/drawing/2014/main" id="{FAF10F47-1605-47C5-AE58-9062909ADA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74724" y="3862989"/>
            <a:ext cx="3469276" cy="82287"/>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65946301-E78E-D849-BB29-DD0BFE0E6A67}"/>
              </a:ext>
            </a:extLst>
          </p:cNvPr>
          <p:cNvPicPr>
            <a:picLocks noChangeAspect="1"/>
          </p:cNvPicPr>
          <p:nvPr/>
        </p:nvPicPr>
        <p:blipFill>
          <a:blip r:embed="rId5"/>
          <a:stretch>
            <a:fillRect/>
          </a:stretch>
        </p:blipFill>
        <p:spPr>
          <a:xfrm>
            <a:off x="5984988" y="4333798"/>
            <a:ext cx="2580288" cy="1999722"/>
          </a:xfrm>
          <a:prstGeom prst="rect">
            <a:avLst/>
          </a:prstGeom>
        </p:spPr>
      </p:pic>
    </p:spTree>
    <p:extLst>
      <p:ext uri="{BB962C8B-B14F-4D97-AF65-F5344CB8AC3E}">
        <p14:creationId xmlns:p14="http://schemas.microsoft.com/office/powerpoint/2010/main" val="14888793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68096"/>
            <a:ext cx="7772400" cy="1550198"/>
          </a:xfrm>
        </p:spPr>
        <p:txBody>
          <a:bodyPr>
            <a:normAutofit/>
          </a:bodyPr>
          <a:lstStyle/>
          <a:p>
            <a:r>
              <a:rPr lang="en-US" b="1" dirty="0"/>
              <a:t>Crime and Punishment in Ancient Greece and Rome</a:t>
            </a:r>
            <a:endParaRPr lang="en-US" dirty="0"/>
          </a:p>
        </p:txBody>
      </p:sp>
      <p:sp>
        <p:nvSpPr>
          <p:cNvPr id="6" name="Rectangle 5"/>
          <p:cNvSpPr/>
          <p:nvPr/>
        </p:nvSpPr>
        <p:spPr>
          <a:xfrm>
            <a:off x="2197991" y="5402373"/>
            <a:ext cx="4782683" cy="1200329"/>
          </a:xfrm>
          <a:prstGeom prst="rect">
            <a:avLst/>
          </a:prstGeom>
        </p:spPr>
        <p:txBody>
          <a:bodyPr wrap="square">
            <a:spAutoFit/>
          </a:bodyPr>
          <a:lstStyle/>
          <a:p>
            <a:pPr algn="ctr"/>
            <a:r>
              <a:rPr lang="en-US" sz="2400" b="1" dirty="0"/>
              <a:t>The University of Western Ontario</a:t>
            </a:r>
            <a:endParaRPr lang="en-US" sz="2400" dirty="0"/>
          </a:p>
          <a:p>
            <a:pPr algn="ctr"/>
            <a:r>
              <a:rPr lang="en-US" sz="2400" dirty="0"/>
              <a:t>Debra </a:t>
            </a:r>
            <a:r>
              <a:rPr lang="en-US" sz="2400" dirty="0" err="1"/>
              <a:t>Nousek</a:t>
            </a:r>
            <a:endParaRPr lang="en-US" sz="2400" dirty="0"/>
          </a:p>
        </p:txBody>
      </p:sp>
      <p:pic>
        <p:nvPicPr>
          <p:cNvPr id="7" name="Picture 6" descr="500px-Maccari-Cicero"/>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562620" y="1646584"/>
            <a:ext cx="6018760" cy="3755789"/>
          </a:xfrm>
          <a:prstGeom prst="rect">
            <a:avLst/>
          </a:prstGeom>
          <a:noFill/>
          <a:ln w="28575">
            <a:solidFill>
              <a:schemeClr val="tx1"/>
            </a:solidFill>
          </a:ln>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9427149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2181</TotalTime>
  <Words>3220</Words>
  <Application>Microsoft Macintosh PowerPoint</Application>
  <PresentationFormat>On-screen Show (4:3)</PresentationFormat>
  <Paragraphs>135</Paragraphs>
  <Slides>34</Slides>
  <Notes>17</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Calibri</vt:lpstr>
      <vt:lpstr>Wingdings</vt:lpstr>
      <vt:lpstr>Office Theme</vt:lpstr>
      <vt:lpstr>Crime and Punishment in Ancient Greece and Rome</vt:lpstr>
      <vt:lpstr>‘The Five Things’</vt:lpstr>
      <vt:lpstr>The Five Things: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Catiline’s War, page 5</vt:lpstr>
      <vt:lpstr>Catiline’s War, pages 5-6</vt:lpstr>
      <vt:lpstr>Catiline’s War, pages 11-12</vt:lpstr>
      <vt:lpstr>Catiline’s War, page 15</vt:lpstr>
      <vt:lpstr>Catiline’s War, page 20</vt:lpstr>
      <vt:lpstr>Catiline’s War, page 22</vt:lpstr>
      <vt:lpstr>Catiline’s War, page 24</vt:lpstr>
      <vt:lpstr>Catiline’s War, pages 24-5</vt:lpstr>
      <vt:lpstr>Catiline’s War, pages 31-32</vt:lpstr>
      <vt:lpstr>Catiline’s War, page 36 (Caesar speaking)</vt:lpstr>
      <vt:lpstr>Catiline’s War, page 37 (Caesar speaking)</vt:lpstr>
      <vt:lpstr>Catiline’s War, page 37 (Caesar speaking)</vt:lpstr>
      <vt:lpstr>Catiline’s War, page 37 (Cato speaking)</vt:lpstr>
      <vt:lpstr>Catiline’s War, page 39 (Cato speaking)</vt:lpstr>
      <vt:lpstr>Catiline’s War, pages 39-40 (Cato speaking)</vt:lpstr>
      <vt:lpstr>PowerPoint Presentation</vt:lpstr>
      <vt:lpstr>Catiline’s War, page 46</vt:lpstr>
      <vt:lpstr>Catiline’s War, page 46</vt:lpstr>
      <vt:lpstr>Catiline’s War, page 47</vt:lpstr>
      <vt:lpstr>PowerPoint Presentation</vt:lpstr>
      <vt:lpstr>Crime and Punishment in Ancient Greece and Rome</vt:lpstr>
    </vt:vector>
  </TitlesOfParts>
  <Company>University of Western Ontario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Crime and Punishment in Ancient Greece and Rome</dc:title>
  <dc:creator>Randall Pogorzelski</dc:creator>
  <cp:lastModifiedBy>Debra Nousek</cp:lastModifiedBy>
  <cp:revision>85</cp:revision>
  <dcterms:created xsi:type="dcterms:W3CDTF">2011-10-04T13:57:41Z</dcterms:created>
  <dcterms:modified xsi:type="dcterms:W3CDTF">2026-03-23T21:57:50Z</dcterms:modified>
</cp:coreProperties>
</file>